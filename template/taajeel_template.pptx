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colors5.xml" ContentType="application/vnd.openxmlformats-officedocument.drawingml.diagramColors+xml"/>
  <Override PartName="/ppt/diagrams/colors6.xml" ContentType="application/vnd.openxmlformats-officedocument.drawingml.diagramColors+xml"/>
  <Override PartName="/ppt/diagrams/colors7.xml" ContentType="application/vnd.openxmlformats-officedocument.drawingml.diagramColors+xml"/>
  <Override PartName="/ppt/diagrams/colors8.xml" ContentType="application/vnd.openxmlformats-officedocument.drawingml.diagramColors+xml"/>
  <Override PartName="/ppt/diagrams/colors9.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ata5.xml" ContentType="application/vnd.openxmlformats-officedocument.drawingml.diagramData+xml"/>
  <Override PartName="/ppt/diagrams/data6.xml" ContentType="application/vnd.openxmlformats-officedocument.drawingml.diagramData+xml"/>
  <Override PartName="/ppt/diagrams/data7.xml" ContentType="application/vnd.openxmlformats-officedocument.drawingml.diagramData+xml"/>
  <Override PartName="/ppt/diagrams/data8.xml" ContentType="application/vnd.openxmlformats-officedocument.drawingml.diagramData+xml"/>
  <Override PartName="/ppt/diagrams/data9.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drawing5.xml" ContentType="application/vnd.ms-office.drawingml.diagramDrawing+xml"/>
  <Override PartName="/ppt/diagrams/drawing6.xml" ContentType="application/vnd.ms-office.drawingml.diagramDrawing+xml"/>
  <Override PartName="/ppt/diagrams/drawing7.xml" ContentType="application/vnd.ms-office.drawingml.diagramDrawing+xml"/>
  <Override PartName="/ppt/diagrams/drawing8.xml" ContentType="application/vnd.ms-office.drawingml.diagramDrawing+xml"/>
  <Override PartName="/ppt/diagrams/drawing9.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layout5.xml" ContentType="application/vnd.openxmlformats-officedocument.drawingml.diagramLayout+xml"/>
  <Override PartName="/ppt/diagrams/layout6.xml" ContentType="application/vnd.openxmlformats-officedocument.drawingml.diagramLayout+xml"/>
  <Override PartName="/ppt/diagrams/layout7.xml" ContentType="application/vnd.openxmlformats-officedocument.drawingml.diagramLayout+xml"/>
  <Override PartName="/ppt/diagrams/layout8.xml" ContentType="application/vnd.openxmlformats-officedocument.drawingml.diagramLayout+xml"/>
  <Override PartName="/ppt/diagrams/layout9.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diagrams/quickStyle5.xml" ContentType="application/vnd.openxmlformats-officedocument.drawingml.diagramStyle+xml"/>
  <Override PartName="/ppt/diagrams/quickStyle6.xml" ContentType="application/vnd.openxmlformats-officedocument.drawingml.diagramStyle+xml"/>
  <Override PartName="/ppt/diagrams/quickStyle7.xml" ContentType="application/vnd.openxmlformats-officedocument.drawingml.diagramStyle+xml"/>
  <Override PartName="/ppt/diagrams/quickStyle8.xml" ContentType="application/vnd.openxmlformats-officedocument.drawingml.diagramStyle+xml"/>
  <Override PartName="/ppt/diagrams/quickStyle9.xml" ContentType="application/vnd.openxmlformats-officedocument.drawingml.diagramStyle+xml"/>
  <Override PartName="/ppt/media/image102.svg" ContentType="image/svg+xml"/>
  <Override PartName="/ppt/media/image109.svg" ContentType="image/svg+xml"/>
  <Override PartName="/ppt/media/image110.svg" ContentType="image/svg+xml"/>
  <Override PartName="/ppt/media/image33.svg" ContentType="image/svg+xml"/>
  <Override PartName="/ppt/media/image39.svg" ContentType="image/svg+xml"/>
  <Override PartName="/ppt/media/image40.svg" ContentType="image/svg+xml"/>
  <Override PartName="/ppt/media/image52.svg" ContentType="image/svg+xml"/>
  <Override PartName="/ppt/media/image60.svg" ContentType="image/svg+xml"/>
  <Override PartName="/ppt/media/image63.svg" ContentType="image/svg+xml"/>
  <Override PartName="/ppt/media/image64.svg" ContentType="image/svg+xml"/>
  <Override PartName="/ppt/media/image73.svg" ContentType="image/svg+xml"/>
  <Override PartName="/ppt/media/image76.svg" ContentType="image/svg+xml"/>
  <Override PartName="/ppt/media/image77.svg" ContentType="image/svg+xml"/>
  <Override PartName="/ppt/media/image78.svg" ContentType="image/svg+xml"/>
  <Override PartName="/ppt/media/image84.svg" ContentType="image/svg+xml"/>
  <Override PartName="/ppt/media/image85.svg" ContentType="image/svg+xml"/>
  <Override PartName="/ppt/media/image86.svg" ContentType="image/svg+xml"/>
  <Override PartName="/ppt/media/image90.svg" ContentType="image/svg+xml"/>
  <Override PartName="/ppt/media/image91.svg" ContentType="image/svg+xml"/>
  <Override PartName="/ppt/media/image92.svg" ContentType="image/svg+xml"/>
  <Override PartName="/ppt/media/image9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5"/>
  </p:notesMasterIdLst>
  <p:sldIdLst>
    <p:sldId id="257" r:id="rId2"/>
    <p:sldId id="258" r:id="rId3"/>
    <p:sldId id="267" r:id="rId4"/>
    <p:sldId id="261" r:id="rId5"/>
    <p:sldId id="264" r:id="rId6"/>
    <p:sldId id="287" r:id="rId7"/>
    <p:sldId id="256" r:id="rId8"/>
    <p:sldId id="289" r:id="rId9"/>
    <p:sldId id="288" r:id="rId10"/>
    <p:sldId id="263" r:id="rId11"/>
    <p:sldId id="259" r:id="rId12"/>
    <p:sldId id="262" r:id="rId13"/>
    <p:sldId id="265" r:id="rId14"/>
    <p:sldId id="269" r:id="rId15"/>
    <p:sldId id="270" r:id="rId16"/>
    <p:sldId id="268" r:id="rId17"/>
    <p:sldId id="271" r:id="rId18"/>
    <p:sldId id="272" r:id="rId19"/>
    <p:sldId id="273" r:id="rId20"/>
    <p:sldId id="274" r:id="rId21"/>
    <p:sldId id="275" r:id="rId22"/>
    <p:sldId id="292" r:id="rId23"/>
    <p:sldId id="276" r:id="rId24"/>
    <p:sldId id="291" r:id="rId25"/>
    <p:sldId id="293" r:id="rId26"/>
    <p:sldId id="280" r:id="rId27"/>
    <p:sldId id="294" r:id="rId28"/>
    <p:sldId id="282" r:id="rId29"/>
    <p:sldId id="283" r:id="rId30"/>
    <p:sldId id="284" r:id="rId31"/>
    <p:sldId id="285" r:id="rId32"/>
    <p:sldId id="286" r:id="rId33"/>
    <p:sldId id="260"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3353"/>
    <a:srgbClr val="5E312A"/>
    <a:srgbClr val="BAA38F"/>
    <a:srgbClr val="F2E8D9"/>
    <a:srgbClr val="044969"/>
    <a:srgbClr val="ABD3EF"/>
    <a:srgbClr val="C0DEF6"/>
    <a:srgbClr val="8F8D8D"/>
    <a:srgbClr val="10334F"/>
    <a:srgbClr val="3C56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28" autoAdjust="0"/>
    <p:restoredTop sz="94660"/>
  </p:normalViewPr>
  <p:slideViewPr>
    <p:cSldViewPr snapToGrid="0">
      <p:cViewPr>
        <p:scale>
          <a:sx n="66" d="100"/>
          <a:sy n="66" d="100"/>
        </p:scale>
        <p:origin x="1003" y="2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117A4D-CBE7-4B00-B4D2-77A890AD7E63}" type="doc">
      <dgm:prSet loTypeId="urn:microsoft.com/office/officeart/2005/8/layout/funnel1" loCatId="process" qsTypeId="urn:microsoft.com/office/officeart/2005/8/quickstyle/simple1" qsCatId="simple" csTypeId="urn:microsoft.com/office/officeart/2005/8/colors/accent0_3" csCatId="mainScheme" phldr="1"/>
      <dgm:spPr/>
      <dgm:t>
        <a:bodyPr/>
        <a:lstStyle/>
        <a:p>
          <a:endParaRPr lang="en-US"/>
        </a:p>
      </dgm:t>
    </dgm:pt>
    <dgm:pt modelId="{B4EC4B2B-94DA-4149-8EBD-7DD37E714C19}">
      <dgm:prSet phldrT="[Text]"/>
      <dgm:spPr/>
      <dgm:t>
        <a:bodyPr/>
        <a:lstStyle/>
        <a:p>
          <a:r>
            <a:rPr lang="en-US" dirty="0"/>
            <a:t>Saudi Address </a:t>
          </a:r>
        </a:p>
      </dgm:t>
    </dgm:pt>
    <dgm:pt modelId="{B3D71431-9484-47F1-8848-5D5968AB2B84}" type="parTrans" cxnId="{A128A511-6784-4FBC-BCFF-C8FCD2AB3D88}">
      <dgm:prSet/>
      <dgm:spPr/>
      <dgm:t>
        <a:bodyPr/>
        <a:lstStyle/>
        <a:p>
          <a:endParaRPr lang="en-US"/>
        </a:p>
      </dgm:t>
    </dgm:pt>
    <dgm:pt modelId="{AAFCC3B7-77C2-4F54-A7FE-7084A0739BC9}" type="sibTrans" cxnId="{A128A511-6784-4FBC-BCFF-C8FCD2AB3D88}">
      <dgm:prSet/>
      <dgm:spPr/>
      <dgm:t>
        <a:bodyPr/>
        <a:lstStyle/>
        <a:p>
          <a:endParaRPr lang="en-US"/>
        </a:p>
      </dgm:t>
    </dgm:pt>
    <dgm:pt modelId="{8010CCBC-4082-412E-820E-0D18914C68C4}">
      <dgm:prSet phldrT="[Text]"/>
      <dgm:spPr/>
      <dgm:t>
        <a:bodyPr/>
        <a:lstStyle/>
        <a:p>
          <a:r>
            <a:rPr lang="en-US"/>
            <a:t> </a:t>
          </a:r>
          <a:endParaRPr lang="en-US" dirty="0"/>
        </a:p>
      </dgm:t>
    </dgm:pt>
    <dgm:pt modelId="{E03E5918-CB72-460A-9554-2BEC5D0F5186}" type="parTrans" cxnId="{987F7594-987D-4D48-A2B0-9999CC7948FB}">
      <dgm:prSet/>
      <dgm:spPr/>
      <dgm:t>
        <a:bodyPr/>
        <a:lstStyle/>
        <a:p>
          <a:endParaRPr lang="en-US"/>
        </a:p>
      </dgm:t>
    </dgm:pt>
    <dgm:pt modelId="{43EC2DB6-5EEA-4889-A08F-E83C2280673C}" type="sibTrans" cxnId="{987F7594-987D-4D48-A2B0-9999CC7948FB}">
      <dgm:prSet/>
      <dgm:spPr/>
      <dgm:t>
        <a:bodyPr/>
        <a:lstStyle/>
        <a:p>
          <a:endParaRPr lang="en-US"/>
        </a:p>
      </dgm:t>
    </dgm:pt>
    <dgm:pt modelId="{1CD40E3C-F60A-480A-AABF-F2C892465460}">
      <dgm:prSet/>
      <dgm:spPr/>
      <dgm:t>
        <a:bodyPr/>
        <a:lstStyle/>
        <a:p>
          <a:r>
            <a:rPr lang="en-US" dirty="0"/>
            <a:t>Receive Documents </a:t>
          </a:r>
        </a:p>
      </dgm:t>
    </dgm:pt>
    <dgm:pt modelId="{B26EB61A-E025-4408-831F-0764CB08608F}" type="parTrans" cxnId="{F9475982-17DF-4645-8066-C6E14F264D46}">
      <dgm:prSet/>
      <dgm:spPr/>
      <dgm:t>
        <a:bodyPr/>
        <a:lstStyle/>
        <a:p>
          <a:endParaRPr lang="en-US"/>
        </a:p>
      </dgm:t>
    </dgm:pt>
    <dgm:pt modelId="{3E66598C-A5A8-480F-B8EA-1C599DB95495}" type="sibTrans" cxnId="{F9475982-17DF-4645-8066-C6E14F264D46}">
      <dgm:prSet/>
      <dgm:spPr/>
      <dgm:t>
        <a:bodyPr/>
        <a:lstStyle/>
        <a:p>
          <a:endParaRPr lang="en-US"/>
        </a:p>
      </dgm:t>
    </dgm:pt>
    <dgm:pt modelId="{C4593A6C-79A3-48E6-9D05-FDA0677A1FE9}">
      <dgm:prSet/>
      <dgm:spPr/>
      <dgm:t>
        <a:bodyPr/>
        <a:lstStyle/>
        <a:p>
          <a:r>
            <a:rPr lang="en-US" dirty="0"/>
            <a:t>Send Documents</a:t>
          </a:r>
        </a:p>
      </dgm:t>
    </dgm:pt>
    <dgm:pt modelId="{B07EFE81-766C-4C75-8E30-81D2B9DFFD5A}" type="parTrans" cxnId="{E58EB90D-EBDE-484B-8AC3-A22AB00D1168}">
      <dgm:prSet/>
      <dgm:spPr/>
      <dgm:t>
        <a:bodyPr/>
        <a:lstStyle/>
        <a:p>
          <a:endParaRPr lang="en-US"/>
        </a:p>
      </dgm:t>
    </dgm:pt>
    <dgm:pt modelId="{1C53A514-CCE5-4C54-AB9B-48C4D81D6D98}" type="sibTrans" cxnId="{E58EB90D-EBDE-484B-8AC3-A22AB00D1168}">
      <dgm:prSet/>
      <dgm:spPr/>
      <dgm:t>
        <a:bodyPr/>
        <a:lstStyle/>
        <a:p>
          <a:endParaRPr lang="en-US"/>
        </a:p>
      </dgm:t>
    </dgm:pt>
    <dgm:pt modelId="{FB155DBF-401D-42E5-A3AA-5063C582DE68}" type="pres">
      <dgm:prSet presAssocID="{8F117A4D-CBE7-4B00-B4D2-77A890AD7E63}" presName="Name0" presStyleCnt="0">
        <dgm:presLayoutVars>
          <dgm:chMax val="4"/>
          <dgm:resizeHandles val="exact"/>
        </dgm:presLayoutVars>
      </dgm:prSet>
      <dgm:spPr/>
    </dgm:pt>
    <dgm:pt modelId="{F6A0B2A5-25DE-4A78-858B-A5D455A27C1C}" type="pres">
      <dgm:prSet presAssocID="{8F117A4D-CBE7-4B00-B4D2-77A890AD7E63}" presName="ellipse" presStyleLbl="trBgShp" presStyleIdx="0" presStyleCnt="1"/>
      <dgm:spPr/>
    </dgm:pt>
    <dgm:pt modelId="{796BF545-8043-4437-AD7E-288BBE9E1FAE}" type="pres">
      <dgm:prSet presAssocID="{8F117A4D-CBE7-4B00-B4D2-77A890AD7E63}" presName="arrow1" presStyleLbl="fgShp" presStyleIdx="0" presStyleCnt="1"/>
      <dgm:spPr/>
    </dgm:pt>
    <dgm:pt modelId="{038AA0ED-3006-409A-BD8F-268CF884CC29}" type="pres">
      <dgm:prSet presAssocID="{8F117A4D-CBE7-4B00-B4D2-77A890AD7E63}" presName="rectangle" presStyleLbl="revTx" presStyleIdx="0" presStyleCnt="1">
        <dgm:presLayoutVars>
          <dgm:bulletEnabled val="1"/>
        </dgm:presLayoutVars>
      </dgm:prSet>
      <dgm:spPr/>
    </dgm:pt>
    <dgm:pt modelId="{8F8C5DC5-7EAE-4951-9953-545B25CA5947}" type="pres">
      <dgm:prSet presAssocID="{1CD40E3C-F60A-480A-AABF-F2C892465460}" presName="item1" presStyleLbl="node1" presStyleIdx="0" presStyleCnt="3">
        <dgm:presLayoutVars>
          <dgm:bulletEnabled val="1"/>
        </dgm:presLayoutVars>
      </dgm:prSet>
      <dgm:spPr/>
    </dgm:pt>
    <dgm:pt modelId="{72CFC604-94E3-4C9E-8314-B21A94446F31}" type="pres">
      <dgm:prSet presAssocID="{C4593A6C-79A3-48E6-9D05-FDA0677A1FE9}" presName="item2" presStyleLbl="node1" presStyleIdx="1" presStyleCnt="3">
        <dgm:presLayoutVars>
          <dgm:bulletEnabled val="1"/>
        </dgm:presLayoutVars>
      </dgm:prSet>
      <dgm:spPr/>
    </dgm:pt>
    <dgm:pt modelId="{90945896-845B-4B2D-A384-C73CAC9176B2}" type="pres">
      <dgm:prSet presAssocID="{8010CCBC-4082-412E-820E-0D18914C68C4}" presName="item3" presStyleLbl="node1" presStyleIdx="2" presStyleCnt="3">
        <dgm:presLayoutVars>
          <dgm:bulletEnabled val="1"/>
        </dgm:presLayoutVars>
      </dgm:prSet>
      <dgm:spPr/>
    </dgm:pt>
    <dgm:pt modelId="{986F339F-3CC3-4C36-B9D5-558A9A2690D3}" type="pres">
      <dgm:prSet presAssocID="{8F117A4D-CBE7-4B00-B4D2-77A890AD7E63}" presName="funnel" presStyleLbl="trAlignAcc1" presStyleIdx="0" presStyleCnt="1"/>
      <dgm:spPr/>
    </dgm:pt>
  </dgm:ptLst>
  <dgm:cxnLst>
    <dgm:cxn modelId="{E58EB90D-EBDE-484B-8AC3-A22AB00D1168}" srcId="{8F117A4D-CBE7-4B00-B4D2-77A890AD7E63}" destId="{C4593A6C-79A3-48E6-9D05-FDA0677A1FE9}" srcOrd="2" destOrd="0" parTransId="{B07EFE81-766C-4C75-8E30-81D2B9DFFD5A}" sibTransId="{1C53A514-CCE5-4C54-AB9B-48C4D81D6D98}"/>
    <dgm:cxn modelId="{A128A511-6784-4FBC-BCFF-C8FCD2AB3D88}" srcId="{8F117A4D-CBE7-4B00-B4D2-77A890AD7E63}" destId="{B4EC4B2B-94DA-4149-8EBD-7DD37E714C19}" srcOrd="0" destOrd="0" parTransId="{B3D71431-9484-47F1-8848-5D5968AB2B84}" sibTransId="{AAFCC3B7-77C2-4F54-A7FE-7084A0739BC9}"/>
    <dgm:cxn modelId="{050DA51A-C856-42AB-90F0-2916D4E41B40}" type="presOf" srcId="{C4593A6C-79A3-48E6-9D05-FDA0677A1FE9}" destId="{8F8C5DC5-7EAE-4951-9953-545B25CA5947}" srcOrd="0" destOrd="0" presId="urn:microsoft.com/office/officeart/2005/8/layout/funnel1"/>
    <dgm:cxn modelId="{DD84AA5E-E7F1-4F89-8886-8FF3298941E5}" type="presOf" srcId="{8F117A4D-CBE7-4B00-B4D2-77A890AD7E63}" destId="{FB155DBF-401D-42E5-A3AA-5063C582DE68}" srcOrd="0" destOrd="0" presId="urn:microsoft.com/office/officeart/2005/8/layout/funnel1"/>
    <dgm:cxn modelId="{4324624B-64CF-4530-AEA8-74244C0C36E0}" type="presOf" srcId="{8010CCBC-4082-412E-820E-0D18914C68C4}" destId="{038AA0ED-3006-409A-BD8F-268CF884CC29}" srcOrd="0" destOrd="0" presId="urn:microsoft.com/office/officeart/2005/8/layout/funnel1"/>
    <dgm:cxn modelId="{E0D75E4E-D425-4F57-9829-33805A850441}" type="presOf" srcId="{B4EC4B2B-94DA-4149-8EBD-7DD37E714C19}" destId="{90945896-845B-4B2D-A384-C73CAC9176B2}" srcOrd="0" destOrd="0" presId="urn:microsoft.com/office/officeart/2005/8/layout/funnel1"/>
    <dgm:cxn modelId="{F9475982-17DF-4645-8066-C6E14F264D46}" srcId="{8F117A4D-CBE7-4B00-B4D2-77A890AD7E63}" destId="{1CD40E3C-F60A-480A-AABF-F2C892465460}" srcOrd="1" destOrd="0" parTransId="{B26EB61A-E025-4408-831F-0764CB08608F}" sibTransId="{3E66598C-A5A8-480F-B8EA-1C599DB95495}"/>
    <dgm:cxn modelId="{DADA9F83-32DE-46A3-A352-F44D7CBBADA1}" type="presOf" srcId="{1CD40E3C-F60A-480A-AABF-F2C892465460}" destId="{72CFC604-94E3-4C9E-8314-B21A94446F31}" srcOrd="0" destOrd="0" presId="urn:microsoft.com/office/officeart/2005/8/layout/funnel1"/>
    <dgm:cxn modelId="{987F7594-987D-4D48-A2B0-9999CC7948FB}" srcId="{8F117A4D-CBE7-4B00-B4D2-77A890AD7E63}" destId="{8010CCBC-4082-412E-820E-0D18914C68C4}" srcOrd="3" destOrd="0" parTransId="{E03E5918-CB72-460A-9554-2BEC5D0F5186}" sibTransId="{43EC2DB6-5EEA-4889-A08F-E83C2280673C}"/>
    <dgm:cxn modelId="{4E5EF9DB-D8A9-46A0-8FB4-7ADC512C3F52}" type="presParOf" srcId="{FB155DBF-401D-42E5-A3AA-5063C582DE68}" destId="{F6A0B2A5-25DE-4A78-858B-A5D455A27C1C}" srcOrd="0" destOrd="0" presId="urn:microsoft.com/office/officeart/2005/8/layout/funnel1"/>
    <dgm:cxn modelId="{5987827E-9AAD-4982-96D4-0940CDD32CA9}" type="presParOf" srcId="{FB155DBF-401D-42E5-A3AA-5063C582DE68}" destId="{796BF545-8043-4437-AD7E-288BBE9E1FAE}" srcOrd="1" destOrd="0" presId="urn:microsoft.com/office/officeart/2005/8/layout/funnel1"/>
    <dgm:cxn modelId="{B1EFDE66-D65B-4C8B-8CF2-78D45288C486}" type="presParOf" srcId="{FB155DBF-401D-42E5-A3AA-5063C582DE68}" destId="{038AA0ED-3006-409A-BD8F-268CF884CC29}" srcOrd="2" destOrd="0" presId="urn:microsoft.com/office/officeart/2005/8/layout/funnel1"/>
    <dgm:cxn modelId="{0F033817-4979-4C92-99AE-3080819257AC}" type="presParOf" srcId="{FB155DBF-401D-42E5-A3AA-5063C582DE68}" destId="{8F8C5DC5-7EAE-4951-9953-545B25CA5947}" srcOrd="3" destOrd="0" presId="urn:microsoft.com/office/officeart/2005/8/layout/funnel1"/>
    <dgm:cxn modelId="{2498BBCE-6514-4932-9531-F26ABCB63A20}" type="presParOf" srcId="{FB155DBF-401D-42E5-A3AA-5063C582DE68}" destId="{72CFC604-94E3-4C9E-8314-B21A94446F31}" srcOrd="4" destOrd="0" presId="urn:microsoft.com/office/officeart/2005/8/layout/funnel1"/>
    <dgm:cxn modelId="{3F557DFE-A6FF-4E8E-B2EA-583727C57F43}" type="presParOf" srcId="{FB155DBF-401D-42E5-A3AA-5063C582DE68}" destId="{90945896-845B-4B2D-A384-C73CAC9176B2}" srcOrd="5" destOrd="0" presId="urn:microsoft.com/office/officeart/2005/8/layout/funnel1"/>
    <dgm:cxn modelId="{0EFC49A4-755D-44D8-BC88-0B2B9644088C}" type="presParOf" srcId="{FB155DBF-401D-42E5-A3AA-5063C582DE68}" destId="{986F339F-3CC3-4C36-B9D5-558A9A2690D3}" srcOrd="6" destOrd="0" presId="urn:microsoft.com/office/officeart/2005/8/layout/funne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00CEF7-C2B0-49AB-B480-00A15012B635}" type="doc">
      <dgm:prSet loTypeId="urn:microsoft.com/office/officeart/2011/layout/HexagonRadial" loCatId="officeonline" qsTypeId="urn:microsoft.com/office/officeart/2005/8/quickstyle/simple1" qsCatId="simple" csTypeId="urn:microsoft.com/office/officeart/2005/8/colors/accent0_3" csCatId="mainScheme" phldr="1"/>
      <dgm:spPr/>
      <dgm:t>
        <a:bodyPr/>
        <a:lstStyle/>
        <a:p>
          <a:endParaRPr lang="en-US"/>
        </a:p>
      </dgm:t>
    </dgm:pt>
    <dgm:pt modelId="{F20906F8-0E9A-4408-BD58-72BC579E9C78}">
      <dgm:prSet phldrT="[Text]"/>
      <dgm:spPr>
        <a:noFill/>
        <a:ln>
          <a:solidFill>
            <a:srgbClr val="044969"/>
          </a:solidFill>
        </a:ln>
      </dgm:spPr>
      <dgm:t>
        <a:bodyPr/>
        <a:lstStyle/>
        <a:p>
          <a:r>
            <a:rPr lang="ar-SA" dirty="0"/>
            <a:t> </a:t>
          </a:r>
          <a:endParaRPr lang="en-US" dirty="0"/>
        </a:p>
      </dgm:t>
    </dgm:pt>
    <dgm:pt modelId="{620D1C84-5FC2-4AF6-9851-6A65E5F5454A}" type="parTrans" cxnId="{25AAC195-F02E-4D21-8193-B65DF9BBB6A1}">
      <dgm:prSet/>
      <dgm:spPr/>
      <dgm:t>
        <a:bodyPr/>
        <a:lstStyle/>
        <a:p>
          <a:endParaRPr lang="en-US"/>
        </a:p>
      </dgm:t>
    </dgm:pt>
    <dgm:pt modelId="{36A67A91-C09A-4924-B2E3-0B017C8AD534}" type="sibTrans" cxnId="{25AAC195-F02E-4D21-8193-B65DF9BBB6A1}">
      <dgm:prSet/>
      <dgm:spPr/>
      <dgm:t>
        <a:bodyPr/>
        <a:lstStyle/>
        <a:p>
          <a:endParaRPr lang="en-US"/>
        </a:p>
      </dgm:t>
    </dgm:pt>
    <dgm:pt modelId="{55F11A08-7D07-467C-A8FB-C91881E0C74F}">
      <dgm:prSet phldrT="[Text]"/>
      <dgm:spPr/>
      <dgm:t>
        <a:bodyPr/>
        <a:lstStyle/>
        <a:p>
          <a:r>
            <a:rPr lang="en-US" dirty="0"/>
            <a:t>Opening a bank account</a:t>
          </a:r>
        </a:p>
      </dgm:t>
    </dgm:pt>
    <dgm:pt modelId="{F25CA5B2-2D51-4602-AC78-BFFF3D0DC620}" type="parTrans" cxnId="{EB1E34C0-095B-4F7E-A7B5-8303D4B0C238}">
      <dgm:prSet/>
      <dgm:spPr/>
      <dgm:t>
        <a:bodyPr/>
        <a:lstStyle/>
        <a:p>
          <a:endParaRPr lang="en-US"/>
        </a:p>
      </dgm:t>
    </dgm:pt>
    <dgm:pt modelId="{E9C15C7F-9F33-4642-A892-9A9EB8D50A21}" type="sibTrans" cxnId="{EB1E34C0-095B-4F7E-A7B5-8303D4B0C238}">
      <dgm:prSet/>
      <dgm:spPr/>
      <dgm:t>
        <a:bodyPr/>
        <a:lstStyle/>
        <a:p>
          <a:endParaRPr lang="en-US"/>
        </a:p>
      </dgm:t>
    </dgm:pt>
    <dgm:pt modelId="{3411E2AC-E1FB-4B83-B290-8680E1C6179A}">
      <dgm:prSet phldrT="[Text]"/>
      <dgm:spPr/>
      <dgm:t>
        <a:bodyPr/>
        <a:lstStyle/>
        <a:p>
          <a:r>
            <a:rPr lang="en-US" dirty="0"/>
            <a:t>Open sub accounts</a:t>
          </a:r>
        </a:p>
      </dgm:t>
    </dgm:pt>
    <dgm:pt modelId="{C77D7B69-3865-4CD4-8975-8FE31F2BA8A5}" type="parTrans" cxnId="{D527C083-3C02-41B3-9378-B7C58B776076}">
      <dgm:prSet/>
      <dgm:spPr/>
      <dgm:t>
        <a:bodyPr/>
        <a:lstStyle/>
        <a:p>
          <a:endParaRPr lang="en-US"/>
        </a:p>
      </dgm:t>
    </dgm:pt>
    <dgm:pt modelId="{64040369-0588-4F7F-B009-8F3FED32C058}" type="sibTrans" cxnId="{D527C083-3C02-41B3-9378-B7C58B776076}">
      <dgm:prSet/>
      <dgm:spPr/>
      <dgm:t>
        <a:bodyPr/>
        <a:lstStyle/>
        <a:p>
          <a:endParaRPr lang="en-US"/>
        </a:p>
      </dgm:t>
    </dgm:pt>
    <dgm:pt modelId="{AE3175C9-21F4-4C13-A858-891C8BE50110}">
      <dgm:prSet phldrT="[Text]"/>
      <dgm:spPr/>
      <dgm:t>
        <a:bodyPr/>
        <a:lstStyle/>
        <a:p>
          <a:r>
            <a:rPr lang="en-US" dirty="0"/>
            <a:t>Bank account structuring</a:t>
          </a:r>
        </a:p>
      </dgm:t>
    </dgm:pt>
    <dgm:pt modelId="{A7686422-9A0D-4356-8A21-0F7ADBD85B60}" type="parTrans" cxnId="{807CF66D-2188-47CC-A592-11F008386DAF}">
      <dgm:prSet/>
      <dgm:spPr/>
      <dgm:t>
        <a:bodyPr/>
        <a:lstStyle/>
        <a:p>
          <a:endParaRPr lang="en-US"/>
        </a:p>
      </dgm:t>
    </dgm:pt>
    <dgm:pt modelId="{F50FE223-7AF0-418B-A01F-4F687C5AC652}" type="sibTrans" cxnId="{807CF66D-2188-47CC-A592-11F008386DAF}">
      <dgm:prSet/>
      <dgm:spPr/>
      <dgm:t>
        <a:bodyPr/>
        <a:lstStyle/>
        <a:p>
          <a:endParaRPr lang="en-US"/>
        </a:p>
      </dgm:t>
    </dgm:pt>
    <dgm:pt modelId="{7CF2F37D-B6A0-4B7B-BFD8-365BC50E8D8E}">
      <dgm:prSet phldrT="[Text]"/>
      <dgm:spPr/>
      <dgm:t>
        <a:bodyPr/>
        <a:lstStyle/>
        <a:p>
          <a:r>
            <a:rPr lang="en-US" dirty="0"/>
            <a:t>Activate electronic services</a:t>
          </a:r>
        </a:p>
      </dgm:t>
    </dgm:pt>
    <dgm:pt modelId="{FE047AF8-B276-44CB-AF61-111DFBADFF11}" type="parTrans" cxnId="{4FDE69DE-834F-4F4A-B8F0-AD007FF713F9}">
      <dgm:prSet/>
      <dgm:spPr/>
      <dgm:t>
        <a:bodyPr/>
        <a:lstStyle/>
        <a:p>
          <a:endParaRPr lang="en-US"/>
        </a:p>
      </dgm:t>
    </dgm:pt>
    <dgm:pt modelId="{A2456218-BE2E-4747-B1D2-0FB05AFD388F}" type="sibTrans" cxnId="{4FDE69DE-834F-4F4A-B8F0-AD007FF713F9}">
      <dgm:prSet/>
      <dgm:spPr/>
      <dgm:t>
        <a:bodyPr/>
        <a:lstStyle/>
        <a:p>
          <a:endParaRPr lang="en-US"/>
        </a:p>
      </dgm:t>
    </dgm:pt>
    <dgm:pt modelId="{EEC14B81-FCDA-4DA3-87AC-819F20CBB525}">
      <dgm:prSet phldrT="[Text]"/>
      <dgm:spPr/>
      <dgm:t>
        <a:bodyPr/>
        <a:lstStyle/>
        <a:p>
          <a:r>
            <a:rPr lang="en-US" dirty="0"/>
            <a:t>Structuring users of electronic services</a:t>
          </a:r>
        </a:p>
      </dgm:t>
    </dgm:pt>
    <dgm:pt modelId="{78715136-1A34-4461-AA24-9DBFBCC5073B}" type="parTrans" cxnId="{AC80AF4A-7D26-4A77-9442-1E1BB55EDED9}">
      <dgm:prSet/>
      <dgm:spPr/>
      <dgm:t>
        <a:bodyPr/>
        <a:lstStyle/>
        <a:p>
          <a:endParaRPr lang="en-US"/>
        </a:p>
      </dgm:t>
    </dgm:pt>
    <dgm:pt modelId="{A718FDBE-132E-48DB-9846-96F9AC915152}" type="sibTrans" cxnId="{AC80AF4A-7D26-4A77-9442-1E1BB55EDED9}">
      <dgm:prSet/>
      <dgm:spPr/>
      <dgm:t>
        <a:bodyPr/>
        <a:lstStyle/>
        <a:p>
          <a:endParaRPr lang="en-US"/>
        </a:p>
      </dgm:t>
    </dgm:pt>
    <dgm:pt modelId="{FA4E852E-F1B2-47D4-ACEF-31198B3DE101}">
      <dgm:prSet phldrT="[Text]"/>
      <dgm:spPr/>
      <dgm:t>
        <a:bodyPr/>
        <a:lstStyle/>
        <a:p>
          <a:r>
            <a:rPr lang="en-US" dirty="0"/>
            <a:t>Signing of the salary agreement "Wages Protection System"</a:t>
          </a:r>
        </a:p>
      </dgm:t>
    </dgm:pt>
    <dgm:pt modelId="{A7CD67BB-2C94-4170-9FDC-987114C6FE17}" type="parTrans" cxnId="{A19CD9F6-E24B-4964-89D9-ED4BF4ACE69C}">
      <dgm:prSet/>
      <dgm:spPr/>
      <dgm:t>
        <a:bodyPr/>
        <a:lstStyle/>
        <a:p>
          <a:endParaRPr lang="en-US"/>
        </a:p>
      </dgm:t>
    </dgm:pt>
    <dgm:pt modelId="{2D9686AD-2F70-4573-AB5F-75D0DF4A97EB}" type="sibTrans" cxnId="{A19CD9F6-E24B-4964-89D9-ED4BF4ACE69C}">
      <dgm:prSet/>
      <dgm:spPr/>
      <dgm:t>
        <a:bodyPr/>
        <a:lstStyle/>
        <a:p>
          <a:endParaRPr lang="en-US"/>
        </a:p>
      </dgm:t>
    </dgm:pt>
    <dgm:pt modelId="{1BF6A695-5661-48A9-8594-87CBF9D15B23}" type="pres">
      <dgm:prSet presAssocID="{8600CEF7-C2B0-49AB-B480-00A15012B635}" presName="Name0" presStyleCnt="0">
        <dgm:presLayoutVars>
          <dgm:chMax val="1"/>
          <dgm:chPref val="1"/>
          <dgm:dir/>
          <dgm:animOne val="branch"/>
          <dgm:animLvl val="lvl"/>
        </dgm:presLayoutVars>
      </dgm:prSet>
      <dgm:spPr/>
    </dgm:pt>
    <dgm:pt modelId="{634BFBB5-329A-4699-9ABE-335061C245A3}" type="pres">
      <dgm:prSet presAssocID="{F20906F8-0E9A-4408-BD58-72BC579E9C78}" presName="Parent" presStyleLbl="node0" presStyleIdx="0" presStyleCnt="1">
        <dgm:presLayoutVars>
          <dgm:chMax val="6"/>
          <dgm:chPref val="6"/>
        </dgm:presLayoutVars>
      </dgm:prSet>
      <dgm:spPr/>
    </dgm:pt>
    <dgm:pt modelId="{5AC37B3B-3681-444C-AD0E-9D005905C57A}" type="pres">
      <dgm:prSet presAssocID="{55F11A08-7D07-467C-A8FB-C91881E0C74F}" presName="Accent1" presStyleCnt="0"/>
      <dgm:spPr/>
    </dgm:pt>
    <dgm:pt modelId="{E3572260-0B7A-4A95-8D06-1520628ECC9A}" type="pres">
      <dgm:prSet presAssocID="{55F11A08-7D07-467C-A8FB-C91881E0C74F}" presName="Accent" presStyleLbl="bgShp" presStyleIdx="0" presStyleCnt="6"/>
      <dgm:spPr/>
    </dgm:pt>
    <dgm:pt modelId="{3FE87775-BC4E-42B7-BB34-E19A92DF52CD}" type="pres">
      <dgm:prSet presAssocID="{55F11A08-7D07-467C-A8FB-C91881E0C74F}" presName="Child1" presStyleLbl="node1" presStyleIdx="0" presStyleCnt="6">
        <dgm:presLayoutVars>
          <dgm:chMax val="0"/>
          <dgm:chPref val="0"/>
          <dgm:bulletEnabled val="1"/>
        </dgm:presLayoutVars>
      </dgm:prSet>
      <dgm:spPr/>
    </dgm:pt>
    <dgm:pt modelId="{8BEA6997-297B-4BBC-BAF8-5A653BB9C43A}" type="pres">
      <dgm:prSet presAssocID="{3411E2AC-E1FB-4B83-B290-8680E1C6179A}" presName="Accent2" presStyleCnt="0"/>
      <dgm:spPr/>
    </dgm:pt>
    <dgm:pt modelId="{8140EC78-31D1-4740-9FB6-407F8A8178BD}" type="pres">
      <dgm:prSet presAssocID="{3411E2AC-E1FB-4B83-B290-8680E1C6179A}" presName="Accent" presStyleLbl="bgShp" presStyleIdx="1" presStyleCnt="6"/>
      <dgm:spPr/>
    </dgm:pt>
    <dgm:pt modelId="{550AE742-436B-4439-884D-35C11BD52FA2}" type="pres">
      <dgm:prSet presAssocID="{3411E2AC-E1FB-4B83-B290-8680E1C6179A}" presName="Child2" presStyleLbl="node1" presStyleIdx="1" presStyleCnt="6">
        <dgm:presLayoutVars>
          <dgm:chMax val="0"/>
          <dgm:chPref val="0"/>
          <dgm:bulletEnabled val="1"/>
        </dgm:presLayoutVars>
      </dgm:prSet>
      <dgm:spPr/>
    </dgm:pt>
    <dgm:pt modelId="{FE024854-B2FC-4F13-A65F-769CC9434313}" type="pres">
      <dgm:prSet presAssocID="{AE3175C9-21F4-4C13-A858-891C8BE50110}" presName="Accent3" presStyleCnt="0"/>
      <dgm:spPr/>
    </dgm:pt>
    <dgm:pt modelId="{78BED010-68B4-413A-9D61-D8E0700976FF}" type="pres">
      <dgm:prSet presAssocID="{AE3175C9-21F4-4C13-A858-891C8BE50110}" presName="Accent" presStyleLbl="bgShp" presStyleIdx="2" presStyleCnt="6"/>
      <dgm:spPr/>
    </dgm:pt>
    <dgm:pt modelId="{4495121D-C278-48B5-9673-D9F461207339}" type="pres">
      <dgm:prSet presAssocID="{AE3175C9-21F4-4C13-A858-891C8BE50110}" presName="Child3" presStyleLbl="node1" presStyleIdx="2" presStyleCnt="6">
        <dgm:presLayoutVars>
          <dgm:chMax val="0"/>
          <dgm:chPref val="0"/>
          <dgm:bulletEnabled val="1"/>
        </dgm:presLayoutVars>
      </dgm:prSet>
      <dgm:spPr/>
    </dgm:pt>
    <dgm:pt modelId="{B3E745DF-36AE-4D77-8177-C1A7C5E2FB7A}" type="pres">
      <dgm:prSet presAssocID="{7CF2F37D-B6A0-4B7B-BFD8-365BC50E8D8E}" presName="Accent4" presStyleCnt="0"/>
      <dgm:spPr/>
    </dgm:pt>
    <dgm:pt modelId="{B04C9B16-1788-4E91-9ED2-33996947E60C}" type="pres">
      <dgm:prSet presAssocID="{7CF2F37D-B6A0-4B7B-BFD8-365BC50E8D8E}" presName="Accent" presStyleLbl="bgShp" presStyleIdx="3" presStyleCnt="6"/>
      <dgm:spPr/>
    </dgm:pt>
    <dgm:pt modelId="{2A52B267-FD0C-4CBA-8F61-7BEEE475EF89}" type="pres">
      <dgm:prSet presAssocID="{7CF2F37D-B6A0-4B7B-BFD8-365BC50E8D8E}" presName="Child4" presStyleLbl="node1" presStyleIdx="3" presStyleCnt="6">
        <dgm:presLayoutVars>
          <dgm:chMax val="0"/>
          <dgm:chPref val="0"/>
          <dgm:bulletEnabled val="1"/>
        </dgm:presLayoutVars>
      </dgm:prSet>
      <dgm:spPr/>
    </dgm:pt>
    <dgm:pt modelId="{1160B61B-0E16-43F8-932A-B38A548FC475}" type="pres">
      <dgm:prSet presAssocID="{EEC14B81-FCDA-4DA3-87AC-819F20CBB525}" presName="Accent5" presStyleCnt="0"/>
      <dgm:spPr/>
    </dgm:pt>
    <dgm:pt modelId="{81FD8655-E82D-445A-8C4C-94FCF88D278E}" type="pres">
      <dgm:prSet presAssocID="{EEC14B81-FCDA-4DA3-87AC-819F20CBB525}" presName="Accent" presStyleLbl="bgShp" presStyleIdx="4" presStyleCnt="6"/>
      <dgm:spPr/>
    </dgm:pt>
    <dgm:pt modelId="{9E75B441-9AD0-4D80-80C1-3F03BC3B15AE}" type="pres">
      <dgm:prSet presAssocID="{EEC14B81-FCDA-4DA3-87AC-819F20CBB525}" presName="Child5" presStyleLbl="node1" presStyleIdx="4" presStyleCnt="6">
        <dgm:presLayoutVars>
          <dgm:chMax val="0"/>
          <dgm:chPref val="0"/>
          <dgm:bulletEnabled val="1"/>
        </dgm:presLayoutVars>
      </dgm:prSet>
      <dgm:spPr/>
    </dgm:pt>
    <dgm:pt modelId="{72D01C8A-C5ED-4799-BD58-F16C860FCBA2}" type="pres">
      <dgm:prSet presAssocID="{FA4E852E-F1B2-47D4-ACEF-31198B3DE101}" presName="Accent6" presStyleCnt="0"/>
      <dgm:spPr/>
    </dgm:pt>
    <dgm:pt modelId="{2810AF16-4676-442B-B3E7-A4CAB8370F9F}" type="pres">
      <dgm:prSet presAssocID="{FA4E852E-F1B2-47D4-ACEF-31198B3DE101}" presName="Accent" presStyleLbl="bgShp" presStyleIdx="5" presStyleCnt="6"/>
      <dgm:spPr/>
    </dgm:pt>
    <dgm:pt modelId="{31EDFC70-C751-461D-ABF1-C7F49D674A70}" type="pres">
      <dgm:prSet presAssocID="{FA4E852E-F1B2-47D4-ACEF-31198B3DE101}" presName="Child6" presStyleLbl="node1" presStyleIdx="5" presStyleCnt="6">
        <dgm:presLayoutVars>
          <dgm:chMax val="0"/>
          <dgm:chPref val="0"/>
          <dgm:bulletEnabled val="1"/>
        </dgm:presLayoutVars>
      </dgm:prSet>
      <dgm:spPr/>
    </dgm:pt>
  </dgm:ptLst>
  <dgm:cxnLst>
    <dgm:cxn modelId="{D86B960E-6813-4FB1-9138-6E757A3912A3}" type="presOf" srcId="{8600CEF7-C2B0-49AB-B480-00A15012B635}" destId="{1BF6A695-5661-48A9-8594-87CBF9D15B23}" srcOrd="0" destOrd="0" presId="urn:microsoft.com/office/officeart/2011/layout/HexagonRadial"/>
    <dgm:cxn modelId="{5F366A1E-B18E-42C1-934F-2FE7572CA0BD}" type="presOf" srcId="{EEC14B81-FCDA-4DA3-87AC-819F20CBB525}" destId="{9E75B441-9AD0-4D80-80C1-3F03BC3B15AE}" srcOrd="0" destOrd="0" presId="urn:microsoft.com/office/officeart/2011/layout/HexagonRadial"/>
    <dgm:cxn modelId="{66961136-78EB-4882-A07D-BDEBCCA868A8}" type="presOf" srcId="{AE3175C9-21F4-4C13-A858-891C8BE50110}" destId="{4495121D-C278-48B5-9673-D9F461207339}" srcOrd="0" destOrd="0" presId="urn:microsoft.com/office/officeart/2011/layout/HexagonRadial"/>
    <dgm:cxn modelId="{8409D53A-5046-45D2-927D-2EA865C7DB0D}" type="presOf" srcId="{F20906F8-0E9A-4408-BD58-72BC579E9C78}" destId="{634BFBB5-329A-4699-9ABE-335061C245A3}" srcOrd="0" destOrd="0" presId="urn:microsoft.com/office/officeart/2011/layout/HexagonRadial"/>
    <dgm:cxn modelId="{AC80AF4A-7D26-4A77-9442-1E1BB55EDED9}" srcId="{F20906F8-0E9A-4408-BD58-72BC579E9C78}" destId="{EEC14B81-FCDA-4DA3-87AC-819F20CBB525}" srcOrd="4" destOrd="0" parTransId="{78715136-1A34-4461-AA24-9DBFBCC5073B}" sibTransId="{A718FDBE-132E-48DB-9846-96F9AC915152}"/>
    <dgm:cxn modelId="{807CF66D-2188-47CC-A592-11F008386DAF}" srcId="{F20906F8-0E9A-4408-BD58-72BC579E9C78}" destId="{AE3175C9-21F4-4C13-A858-891C8BE50110}" srcOrd="2" destOrd="0" parTransId="{A7686422-9A0D-4356-8A21-0F7ADBD85B60}" sibTransId="{F50FE223-7AF0-418B-A01F-4F687C5AC652}"/>
    <dgm:cxn modelId="{EC9D266E-9165-462B-8C0E-526DF477D479}" type="presOf" srcId="{FA4E852E-F1B2-47D4-ACEF-31198B3DE101}" destId="{31EDFC70-C751-461D-ABF1-C7F49D674A70}" srcOrd="0" destOrd="0" presId="urn:microsoft.com/office/officeart/2011/layout/HexagonRadial"/>
    <dgm:cxn modelId="{8257C274-A101-44B3-B572-E8D6844BA00E}" type="presOf" srcId="{3411E2AC-E1FB-4B83-B290-8680E1C6179A}" destId="{550AE742-436B-4439-884D-35C11BD52FA2}" srcOrd="0" destOrd="0" presId="urn:microsoft.com/office/officeart/2011/layout/HexagonRadial"/>
    <dgm:cxn modelId="{74241E55-A4C0-4603-830B-35D346FE8D8A}" type="presOf" srcId="{55F11A08-7D07-467C-A8FB-C91881E0C74F}" destId="{3FE87775-BC4E-42B7-BB34-E19A92DF52CD}" srcOrd="0" destOrd="0" presId="urn:microsoft.com/office/officeart/2011/layout/HexagonRadial"/>
    <dgm:cxn modelId="{D527C083-3C02-41B3-9378-B7C58B776076}" srcId="{F20906F8-0E9A-4408-BD58-72BC579E9C78}" destId="{3411E2AC-E1FB-4B83-B290-8680E1C6179A}" srcOrd="1" destOrd="0" parTransId="{C77D7B69-3865-4CD4-8975-8FE31F2BA8A5}" sibTransId="{64040369-0588-4F7F-B009-8F3FED32C058}"/>
    <dgm:cxn modelId="{25AAC195-F02E-4D21-8193-B65DF9BBB6A1}" srcId="{8600CEF7-C2B0-49AB-B480-00A15012B635}" destId="{F20906F8-0E9A-4408-BD58-72BC579E9C78}" srcOrd="0" destOrd="0" parTransId="{620D1C84-5FC2-4AF6-9851-6A65E5F5454A}" sibTransId="{36A67A91-C09A-4924-B2E3-0B017C8AD534}"/>
    <dgm:cxn modelId="{321BEBB7-1562-48B3-AF12-52FF242F9E4F}" type="presOf" srcId="{7CF2F37D-B6A0-4B7B-BFD8-365BC50E8D8E}" destId="{2A52B267-FD0C-4CBA-8F61-7BEEE475EF89}" srcOrd="0" destOrd="0" presId="urn:microsoft.com/office/officeart/2011/layout/HexagonRadial"/>
    <dgm:cxn modelId="{EB1E34C0-095B-4F7E-A7B5-8303D4B0C238}" srcId="{F20906F8-0E9A-4408-BD58-72BC579E9C78}" destId="{55F11A08-7D07-467C-A8FB-C91881E0C74F}" srcOrd="0" destOrd="0" parTransId="{F25CA5B2-2D51-4602-AC78-BFFF3D0DC620}" sibTransId="{E9C15C7F-9F33-4642-A892-9A9EB8D50A21}"/>
    <dgm:cxn modelId="{4FDE69DE-834F-4F4A-B8F0-AD007FF713F9}" srcId="{F20906F8-0E9A-4408-BD58-72BC579E9C78}" destId="{7CF2F37D-B6A0-4B7B-BFD8-365BC50E8D8E}" srcOrd="3" destOrd="0" parTransId="{FE047AF8-B276-44CB-AF61-111DFBADFF11}" sibTransId="{A2456218-BE2E-4747-B1D2-0FB05AFD388F}"/>
    <dgm:cxn modelId="{A19CD9F6-E24B-4964-89D9-ED4BF4ACE69C}" srcId="{F20906F8-0E9A-4408-BD58-72BC579E9C78}" destId="{FA4E852E-F1B2-47D4-ACEF-31198B3DE101}" srcOrd="5" destOrd="0" parTransId="{A7CD67BB-2C94-4170-9FDC-987114C6FE17}" sibTransId="{2D9686AD-2F70-4573-AB5F-75D0DF4A97EB}"/>
    <dgm:cxn modelId="{8DB2596A-9804-43B3-AD49-0A1E055156BB}" type="presParOf" srcId="{1BF6A695-5661-48A9-8594-87CBF9D15B23}" destId="{634BFBB5-329A-4699-9ABE-335061C245A3}" srcOrd="0" destOrd="0" presId="urn:microsoft.com/office/officeart/2011/layout/HexagonRadial"/>
    <dgm:cxn modelId="{46BD8775-1F5D-405E-8443-57E541DE8330}" type="presParOf" srcId="{1BF6A695-5661-48A9-8594-87CBF9D15B23}" destId="{5AC37B3B-3681-444C-AD0E-9D005905C57A}" srcOrd="1" destOrd="0" presId="urn:microsoft.com/office/officeart/2011/layout/HexagonRadial"/>
    <dgm:cxn modelId="{4E74DC87-5A02-4AC0-92D4-F3A6F5857068}" type="presParOf" srcId="{5AC37B3B-3681-444C-AD0E-9D005905C57A}" destId="{E3572260-0B7A-4A95-8D06-1520628ECC9A}" srcOrd="0" destOrd="0" presId="urn:microsoft.com/office/officeart/2011/layout/HexagonRadial"/>
    <dgm:cxn modelId="{89D8C23F-5A07-47E7-85D6-2EBE2EA0DBA5}" type="presParOf" srcId="{1BF6A695-5661-48A9-8594-87CBF9D15B23}" destId="{3FE87775-BC4E-42B7-BB34-E19A92DF52CD}" srcOrd="2" destOrd="0" presId="urn:microsoft.com/office/officeart/2011/layout/HexagonRadial"/>
    <dgm:cxn modelId="{907CA437-D55F-41B1-8470-53786F284339}" type="presParOf" srcId="{1BF6A695-5661-48A9-8594-87CBF9D15B23}" destId="{8BEA6997-297B-4BBC-BAF8-5A653BB9C43A}" srcOrd="3" destOrd="0" presId="urn:microsoft.com/office/officeart/2011/layout/HexagonRadial"/>
    <dgm:cxn modelId="{7FE9EA01-B430-4E31-AD4B-6BE0D7BC0E35}" type="presParOf" srcId="{8BEA6997-297B-4BBC-BAF8-5A653BB9C43A}" destId="{8140EC78-31D1-4740-9FB6-407F8A8178BD}" srcOrd="0" destOrd="0" presId="urn:microsoft.com/office/officeart/2011/layout/HexagonRadial"/>
    <dgm:cxn modelId="{6D859F85-1F3E-4AE7-BF38-FA03CF9E72CD}" type="presParOf" srcId="{1BF6A695-5661-48A9-8594-87CBF9D15B23}" destId="{550AE742-436B-4439-884D-35C11BD52FA2}" srcOrd="4" destOrd="0" presId="urn:microsoft.com/office/officeart/2011/layout/HexagonRadial"/>
    <dgm:cxn modelId="{33BB1CCF-106D-432D-9546-684469A08BA3}" type="presParOf" srcId="{1BF6A695-5661-48A9-8594-87CBF9D15B23}" destId="{FE024854-B2FC-4F13-A65F-769CC9434313}" srcOrd="5" destOrd="0" presId="urn:microsoft.com/office/officeart/2011/layout/HexagonRadial"/>
    <dgm:cxn modelId="{41E23010-5734-438D-971E-6B0F4533A1C0}" type="presParOf" srcId="{FE024854-B2FC-4F13-A65F-769CC9434313}" destId="{78BED010-68B4-413A-9D61-D8E0700976FF}" srcOrd="0" destOrd="0" presId="urn:microsoft.com/office/officeart/2011/layout/HexagonRadial"/>
    <dgm:cxn modelId="{B4ED16A5-489D-46CC-9019-9A3624232FE3}" type="presParOf" srcId="{1BF6A695-5661-48A9-8594-87CBF9D15B23}" destId="{4495121D-C278-48B5-9673-D9F461207339}" srcOrd="6" destOrd="0" presId="urn:microsoft.com/office/officeart/2011/layout/HexagonRadial"/>
    <dgm:cxn modelId="{B3593561-153E-497F-868A-41B11403D43F}" type="presParOf" srcId="{1BF6A695-5661-48A9-8594-87CBF9D15B23}" destId="{B3E745DF-36AE-4D77-8177-C1A7C5E2FB7A}" srcOrd="7" destOrd="0" presId="urn:microsoft.com/office/officeart/2011/layout/HexagonRadial"/>
    <dgm:cxn modelId="{080A19D4-DDAB-48BF-98BB-DCF3DA4A0B7B}" type="presParOf" srcId="{B3E745DF-36AE-4D77-8177-C1A7C5E2FB7A}" destId="{B04C9B16-1788-4E91-9ED2-33996947E60C}" srcOrd="0" destOrd="0" presId="urn:microsoft.com/office/officeart/2011/layout/HexagonRadial"/>
    <dgm:cxn modelId="{7DFC18A2-E569-4024-86C0-41A889751DB9}" type="presParOf" srcId="{1BF6A695-5661-48A9-8594-87CBF9D15B23}" destId="{2A52B267-FD0C-4CBA-8F61-7BEEE475EF89}" srcOrd="8" destOrd="0" presId="urn:microsoft.com/office/officeart/2011/layout/HexagonRadial"/>
    <dgm:cxn modelId="{4C6A593D-F03D-4339-8741-EE6214772B99}" type="presParOf" srcId="{1BF6A695-5661-48A9-8594-87CBF9D15B23}" destId="{1160B61B-0E16-43F8-932A-B38A548FC475}" srcOrd="9" destOrd="0" presId="urn:microsoft.com/office/officeart/2011/layout/HexagonRadial"/>
    <dgm:cxn modelId="{1EE5D1E0-4E86-4631-BD2F-D7919E0680B9}" type="presParOf" srcId="{1160B61B-0E16-43F8-932A-B38A548FC475}" destId="{81FD8655-E82D-445A-8C4C-94FCF88D278E}" srcOrd="0" destOrd="0" presId="urn:microsoft.com/office/officeart/2011/layout/HexagonRadial"/>
    <dgm:cxn modelId="{28D449BA-10A9-4261-A119-36F8BBCC046B}" type="presParOf" srcId="{1BF6A695-5661-48A9-8594-87CBF9D15B23}" destId="{9E75B441-9AD0-4D80-80C1-3F03BC3B15AE}" srcOrd="10" destOrd="0" presId="urn:microsoft.com/office/officeart/2011/layout/HexagonRadial"/>
    <dgm:cxn modelId="{AE86277A-B197-4BC5-926A-2301C262E57B}" type="presParOf" srcId="{1BF6A695-5661-48A9-8594-87CBF9D15B23}" destId="{72D01C8A-C5ED-4799-BD58-F16C860FCBA2}" srcOrd="11" destOrd="0" presId="urn:microsoft.com/office/officeart/2011/layout/HexagonRadial"/>
    <dgm:cxn modelId="{853CD5B7-6A19-4041-AA36-1966206AD16D}" type="presParOf" srcId="{72D01C8A-C5ED-4799-BD58-F16C860FCBA2}" destId="{2810AF16-4676-442B-B3E7-A4CAB8370F9F}" srcOrd="0" destOrd="0" presId="urn:microsoft.com/office/officeart/2011/layout/HexagonRadial"/>
    <dgm:cxn modelId="{F24C8E45-B10D-4571-AD9E-244D59FF487E}" type="presParOf" srcId="{1BF6A695-5661-48A9-8594-87CBF9D15B23}" destId="{31EDFC70-C751-461D-ABF1-C7F49D674A70}" srcOrd="12" destOrd="0" presId="urn:microsoft.com/office/officeart/2011/layout/HexagonRadial"/>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3171407-AC90-4203-8ABB-E0311D0FF628}" type="doc">
      <dgm:prSet loTypeId="urn:microsoft.com/office/officeart/2008/layout/AlternatingHexagons" loCatId="list" qsTypeId="urn:microsoft.com/office/officeart/2005/8/quickstyle/simple1" qsCatId="simple" csTypeId="urn:microsoft.com/office/officeart/2005/8/colors/accent0_3" csCatId="mainScheme" phldr="1"/>
      <dgm:spPr/>
      <dgm:t>
        <a:bodyPr/>
        <a:lstStyle/>
        <a:p>
          <a:endParaRPr lang="en-US"/>
        </a:p>
      </dgm:t>
    </dgm:pt>
    <dgm:pt modelId="{E7513426-0019-41EB-BE7C-5C189CBC6197}">
      <dgm:prSet phldrT="[Text]" custT="1"/>
      <dgm:spPr/>
      <dgm:t>
        <a:bodyPr/>
        <a:lstStyle/>
        <a:p>
          <a:r>
            <a:rPr lang="en-US" sz="1000" dirty="0"/>
            <a:t>active company file in HRSD.</a:t>
          </a:r>
        </a:p>
      </dgm:t>
    </dgm:pt>
    <dgm:pt modelId="{184CFD72-3CE4-433D-BB32-BFA9D472A76C}" type="parTrans" cxnId="{937F2CC2-2DA1-42CB-B9A4-1C0A5B6C04E5}">
      <dgm:prSet/>
      <dgm:spPr/>
      <dgm:t>
        <a:bodyPr/>
        <a:lstStyle/>
        <a:p>
          <a:endParaRPr lang="en-US" sz="2400"/>
        </a:p>
      </dgm:t>
    </dgm:pt>
    <dgm:pt modelId="{D9ACFB55-884D-4F73-B245-AAA1A3566B63}" type="sibTrans" cxnId="{937F2CC2-2DA1-42CB-B9A4-1C0A5B6C04E5}">
      <dgm:prSet custT="1"/>
      <dgm:spPr/>
      <dgm:t>
        <a:bodyPr/>
        <a:lstStyle/>
        <a:p>
          <a:endParaRPr lang="en-US" sz="4400"/>
        </a:p>
      </dgm:t>
    </dgm:pt>
    <dgm:pt modelId="{A8304A8E-3DE9-4522-BDEB-3FB9DFD06126}">
      <dgm:prSet phldrT="[Text]" custT="1"/>
      <dgm:spPr/>
      <dgm:t>
        <a:bodyPr/>
        <a:lstStyle/>
        <a:p>
          <a:r>
            <a:rPr lang="ar-SA" sz="1000" dirty="0"/>
            <a:t> </a:t>
          </a:r>
          <a:endParaRPr lang="en-US" sz="1000" dirty="0"/>
        </a:p>
      </dgm:t>
    </dgm:pt>
    <dgm:pt modelId="{E0561FDF-32B9-42D9-8D4F-F085579FBFDF}" type="parTrans" cxnId="{D753CD79-49D4-48B6-8349-78589E168B55}">
      <dgm:prSet/>
      <dgm:spPr/>
      <dgm:t>
        <a:bodyPr/>
        <a:lstStyle/>
        <a:p>
          <a:endParaRPr lang="en-US" sz="2400"/>
        </a:p>
      </dgm:t>
    </dgm:pt>
    <dgm:pt modelId="{91B931F2-92B0-4912-96E1-F9E48778DF27}" type="sibTrans" cxnId="{D753CD79-49D4-48B6-8349-78589E168B55}">
      <dgm:prSet/>
      <dgm:spPr/>
      <dgm:t>
        <a:bodyPr/>
        <a:lstStyle/>
        <a:p>
          <a:endParaRPr lang="en-US" sz="2400"/>
        </a:p>
      </dgm:t>
    </dgm:pt>
    <dgm:pt modelId="{4E0917C5-226C-4372-AAED-72E87D361827}">
      <dgm:prSet phldrT="[Text]" custT="1"/>
      <dgm:spPr/>
      <dgm:t>
        <a:bodyPr/>
        <a:lstStyle/>
        <a:p>
          <a:r>
            <a:rPr lang="en-US" sz="1000" dirty="0"/>
            <a:t>Registration in QIWA Platform</a:t>
          </a:r>
          <a:r>
            <a:rPr lang="ar-SA" sz="1000" dirty="0"/>
            <a:t> </a:t>
          </a:r>
          <a:endParaRPr lang="en-US" sz="1000" dirty="0"/>
        </a:p>
      </dgm:t>
    </dgm:pt>
    <dgm:pt modelId="{A7F35940-47BF-45EF-9EFA-9AE3617578CB}" type="parTrans" cxnId="{562D105D-3F55-48CB-B7B7-0ED21E87A0A2}">
      <dgm:prSet/>
      <dgm:spPr/>
      <dgm:t>
        <a:bodyPr/>
        <a:lstStyle/>
        <a:p>
          <a:endParaRPr lang="en-US" sz="2400"/>
        </a:p>
      </dgm:t>
    </dgm:pt>
    <dgm:pt modelId="{D407248B-A8B7-4A1E-9FF0-B30C3DA231D2}" type="sibTrans" cxnId="{562D105D-3F55-48CB-B7B7-0ED21E87A0A2}">
      <dgm:prSet custT="1"/>
      <dgm:spPr/>
      <dgm:t>
        <a:bodyPr/>
        <a:lstStyle/>
        <a:p>
          <a:endParaRPr lang="en-US" sz="4400"/>
        </a:p>
      </dgm:t>
    </dgm:pt>
    <dgm:pt modelId="{E910C76C-385C-4E2D-8F19-CA6C40ECDC53}">
      <dgm:prSet phldrT="[Text]" custT="1"/>
      <dgm:spPr/>
      <dgm:t>
        <a:bodyPr/>
        <a:lstStyle/>
        <a:p>
          <a:r>
            <a:rPr lang="en-US" sz="1000" dirty="0"/>
            <a:t>active file for company in GOSI.</a:t>
          </a:r>
        </a:p>
      </dgm:t>
    </dgm:pt>
    <dgm:pt modelId="{5BBDAF7F-E953-4A71-9064-6CBE0A386CEF}" type="parTrans" cxnId="{358DF615-846E-488C-90A4-B1E5D7A4A219}">
      <dgm:prSet/>
      <dgm:spPr/>
      <dgm:t>
        <a:bodyPr/>
        <a:lstStyle/>
        <a:p>
          <a:endParaRPr lang="en-US" sz="2400"/>
        </a:p>
      </dgm:t>
    </dgm:pt>
    <dgm:pt modelId="{6A63873A-E3C9-41C5-8F5C-5347968FE9DA}" type="sibTrans" cxnId="{358DF615-846E-488C-90A4-B1E5D7A4A219}">
      <dgm:prSet custT="1"/>
      <dgm:spPr/>
      <dgm:t>
        <a:bodyPr/>
        <a:lstStyle/>
        <a:p>
          <a:endParaRPr lang="en-US" sz="4400"/>
        </a:p>
      </dgm:t>
    </dgm:pt>
    <dgm:pt modelId="{3733405C-798E-4C41-9BBD-2CD182CB070D}">
      <dgm:prSet phldrT="[Text]" custT="1"/>
      <dgm:spPr/>
      <dgm:t>
        <a:bodyPr/>
        <a:lstStyle/>
        <a:p>
          <a:r>
            <a:rPr lang="ar-SA" sz="1000" dirty="0"/>
            <a:t> </a:t>
          </a:r>
          <a:endParaRPr lang="en-US" sz="1000" dirty="0"/>
        </a:p>
      </dgm:t>
    </dgm:pt>
    <dgm:pt modelId="{8AB30F09-CB0A-4956-8D74-188E731D22FF}" type="parTrans" cxnId="{490F226B-3EE1-43EA-8657-0B414D97296D}">
      <dgm:prSet/>
      <dgm:spPr/>
      <dgm:t>
        <a:bodyPr/>
        <a:lstStyle/>
        <a:p>
          <a:endParaRPr lang="en-US" sz="2400"/>
        </a:p>
      </dgm:t>
    </dgm:pt>
    <dgm:pt modelId="{362C8A80-49AD-45E3-BB90-88C936134807}" type="sibTrans" cxnId="{490F226B-3EE1-43EA-8657-0B414D97296D}">
      <dgm:prSet/>
      <dgm:spPr/>
      <dgm:t>
        <a:bodyPr/>
        <a:lstStyle/>
        <a:p>
          <a:endParaRPr lang="en-US" sz="2400"/>
        </a:p>
      </dgm:t>
    </dgm:pt>
    <dgm:pt modelId="{9101EC16-5446-4248-A42A-19FEB002F236}">
      <dgm:prSet phldrT="[Text]" custT="1"/>
      <dgm:spPr/>
      <dgm:t>
        <a:bodyPr/>
        <a:lstStyle/>
        <a:p>
          <a:r>
            <a:rPr lang="en-US" sz="1000" dirty="0"/>
            <a:t>Registration in MUQEEM platform </a:t>
          </a:r>
        </a:p>
      </dgm:t>
    </dgm:pt>
    <dgm:pt modelId="{DAC9486D-BF6A-44E3-A374-74997222DE52}" type="parTrans" cxnId="{80C7D8D2-D0AD-43E1-B163-26B8F6CB2CEA}">
      <dgm:prSet/>
      <dgm:spPr/>
      <dgm:t>
        <a:bodyPr/>
        <a:lstStyle/>
        <a:p>
          <a:endParaRPr lang="en-US" sz="2400"/>
        </a:p>
      </dgm:t>
    </dgm:pt>
    <dgm:pt modelId="{50B882C7-FE06-4555-899B-C2310BB51719}" type="sibTrans" cxnId="{80C7D8D2-D0AD-43E1-B163-26B8F6CB2CEA}">
      <dgm:prSet custT="1"/>
      <dgm:spPr/>
      <dgm:t>
        <a:bodyPr/>
        <a:lstStyle/>
        <a:p>
          <a:endParaRPr lang="en-US" sz="4400"/>
        </a:p>
      </dgm:t>
    </dgm:pt>
    <dgm:pt modelId="{DEA3A465-F345-4A88-A363-CAA5FE7AA473}">
      <dgm:prSet phldrT="[Text]" custT="1"/>
      <dgm:spPr/>
      <dgm:t>
        <a:bodyPr/>
        <a:lstStyle/>
        <a:p>
          <a:r>
            <a:rPr lang="en-US" sz="1000" dirty="0"/>
            <a:t>Registration in MUDAD a platform </a:t>
          </a:r>
        </a:p>
      </dgm:t>
    </dgm:pt>
    <dgm:pt modelId="{E5337363-8450-4C77-B589-586AB218171F}" type="parTrans" cxnId="{2EF22AF7-75DA-413C-A548-E337897E6250}">
      <dgm:prSet/>
      <dgm:spPr/>
      <dgm:t>
        <a:bodyPr/>
        <a:lstStyle/>
        <a:p>
          <a:endParaRPr lang="en-US" sz="2400"/>
        </a:p>
      </dgm:t>
    </dgm:pt>
    <dgm:pt modelId="{1E26A77F-2FBB-43FF-90DF-05B6735B2179}" type="sibTrans" cxnId="{2EF22AF7-75DA-413C-A548-E337897E6250}">
      <dgm:prSet custT="1"/>
      <dgm:spPr/>
      <dgm:t>
        <a:bodyPr/>
        <a:lstStyle/>
        <a:p>
          <a:endParaRPr lang="en-US" sz="4400"/>
        </a:p>
      </dgm:t>
    </dgm:pt>
    <dgm:pt modelId="{53D3589C-4C18-4D1C-BECA-C6A269324457}" type="pres">
      <dgm:prSet presAssocID="{63171407-AC90-4203-8ABB-E0311D0FF628}" presName="Name0" presStyleCnt="0">
        <dgm:presLayoutVars>
          <dgm:chMax/>
          <dgm:chPref/>
          <dgm:dir/>
          <dgm:animLvl val="lvl"/>
        </dgm:presLayoutVars>
      </dgm:prSet>
      <dgm:spPr/>
    </dgm:pt>
    <dgm:pt modelId="{49A16820-DF89-4B88-91E2-BB4ADEE02674}" type="pres">
      <dgm:prSet presAssocID="{E7513426-0019-41EB-BE7C-5C189CBC6197}" presName="composite" presStyleCnt="0"/>
      <dgm:spPr/>
    </dgm:pt>
    <dgm:pt modelId="{D1D4C140-B8A6-4F09-8B29-42F2E9605AFD}" type="pres">
      <dgm:prSet presAssocID="{E7513426-0019-41EB-BE7C-5C189CBC6197}" presName="Parent1" presStyleLbl="node1" presStyleIdx="0" presStyleCnt="10">
        <dgm:presLayoutVars>
          <dgm:chMax val="1"/>
          <dgm:chPref val="1"/>
          <dgm:bulletEnabled val="1"/>
        </dgm:presLayoutVars>
      </dgm:prSet>
      <dgm:spPr/>
    </dgm:pt>
    <dgm:pt modelId="{5A4B4936-D955-403F-B56F-ABAD7CEE9A71}" type="pres">
      <dgm:prSet presAssocID="{E7513426-0019-41EB-BE7C-5C189CBC6197}" presName="Childtext1" presStyleLbl="revTx" presStyleIdx="0" presStyleCnt="5">
        <dgm:presLayoutVars>
          <dgm:chMax val="0"/>
          <dgm:chPref val="0"/>
          <dgm:bulletEnabled val="1"/>
        </dgm:presLayoutVars>
      </dgm:prSet>
      <dgm:spPr/>
    </dgm:pt>
    <dgm:pt modelId="{44F81B86-0685-4254-9192-C464D0DC6777}" type="pres">
      <dgm:prSet presAssocID="{E7513426-0019-41EB-BE7C-5C189CBC6197}" presName="BalanceSpacing" presStyleCnt="0"/>
      <dgm:spPr/>
    </dgm:pt>
    <dgm:pt modelId="{08359FF3-B675-48E0-8B93-1812C4467078}" type="pres">
      <dgm:prSet presAssocID="{E7513426-0019-41EB-BE7C-5C189CBC6197}" presName="BalanceSpacing1" presStyleCnt="0"/>
      <dgm:spPr/>
    </dgm:pt>
    <dgm:pt modelId="{71AED043-6D49-45F4-9F1D-EBA5866F27E8}" type="pres">
      <dgm:prSet presAssocID="{D9ACFB55-884D-4F73-B245-AAA1A3566B63}" presName="Accent1Text" presStyleLbl="node1" presStyleIdx="1" presStyleCnt="10"/>
      <dgm:spPr/>
    </dgm:pt>
    <dgm:pt modelId="{E7BA7F68-6425-42F2-968F-777FFB93EFD8}" type="pres">
      <dgm:prSet presAssocID="{D9ACFB55-884D-4F73-B245-AAA1A3566B63}" presName="spaceBetweenRectangles" presStyleCnt="0"/>
      <dgm:spPr/>
    </dgm:pt>
    <dgm:pt modelId="{076673B4-DF30-489E-95A0-5DB400EC1BF7}" type="pres">
      <dgm:prSet presAssocID="{4E0917C5-226C-4372-AAED-72E87D361827}" presName="composite" presStyleCnt="0"/>
      <dgm:spPr/>
    </dgm:pt>
    <dgm:pt modelId="{9803EEF0-A6DB-4665-BAD9-EB8E559A7BEE}" type="pres">
      <dgm:prSet presAssocID="{4E0917C5-226C-4372-AAED-72E87D361827}" presName="Parent1" presStyleLbl="node1" presStyleIdx="2" presStyleCnt="10">
        <dgm:presLayoutVars>
          <dgm:chMax val="1"/>
          <dgm:chPref val="1"/>
          <dgm:bulletEnabled val="1"/>
        </dgm:presLayoutVars>
      </dgm:prSet>
      <dgm:spPr/>
    </dgm:pt>
    <dgm:pt modelId="{FC0B0896-0F25-41D5-9ECF-9754BEF6A779}" type="pres">
      <dgm:prSet presAssocID="{4E0917C5-226C-4372-AAED-72E87D361827}" presName="Childtext1" presStyleLbl="revTx" presStyleIdx="1" presStyleCnt="5">
        <dgm:presLayoutVars>
          <dgm:chMax val="0"/>
          <dgm:chPref val="0"/>
          <dgm:bulletEnabled val="1"/>
        </dgm:presLayoutVars>
      </dgm:prSet>
      <dgm:spPr/>
    </dgm:pt>
    <dgm:pt modelId="{323C2C22-3903-41E8-BDCD-65D258C89CA2}" type="pres">
      <dgm:prSet presAssocID="{4E0917C5-226C-4372-AAED-72E87D361827}" presName="BalanceSpacing" presStyleCnt="0"/>
      <dgm:spPr/>
    </dgm:pt>
    <dgm:pt modelId="{4C510FE2-AF07-4278-A5EF-E2A05F926EE4}" type="pres">
      <dgm:prSet presAssocID="{4E0917C5-226C-4372-AAED-72E87D361827}" presName="BalanceSpacing1" presStyleCnt="0"/>
      <dgm:spPr/>
    </dgm:pt>
    <dgm:pt modelId="{3329C453-D44C-4F1A-8E34-242243EBFEB3}" type="pres">
      <dgm:prSet presAssocID="{D407248B-A8B7-4A1E-9FF0-B30C3DA231D2}" presName="Accent1Text" presStyleLbl="node1" presStyleIdx="3" presStyleCnt="10"/>
      <dgm:spPr/>
    </dgm:pt>
    <dgm:pt modelId="{40C0E888-D172-4833-BEE0-3475A678393C}" type="pres">
      <dgm:prSet presAssocID="{D407248B-A8B7-4A1E-9FF0-B30C3DA231D2}" presName="spaceBetweenRectangles" presStyleCnt="0"/>
      <dgm:spPr/>
    </dgm:pt>
    <dgm:pt modelId="{9E1E7FE7-890A-4E0F-AE84-331C557C9B9F}" type="pres">
      <dgm:prSet presAssocID="{E910C76C-385C-4E2D-8F19-CA6C40ECDC53}" presName="composite" presStyleCnt="0"/>
      <dgm:spPr/>
    </dgm:pt>
    <dgm:pt modelId="{3F7A61B7-5199-4DFD-8300-739A11DB1B23}" type="pres">
      <dgm:prSet presAssocID="{E910C76C-385C-4E2D-8F19-CA6C40ECDC53}" presName="Parent1" presStyleLbl="node1" presStyleIdx="4" presStyleCnt="10">
        <dgm:presLayoutVars>
          <dgm:chMax val="1"/>
          <dgm:chPref val="1"/>
          <dgm:bulletEnabled val="1"/>
        </dgm:presLayoutVars>
      </dgm:prSet>
      <dgm:spPr/>
    </dgm:pt>
    <dgm:pt modelId="{E6999C8F-1C82-4507-9BC9-D3977E230C67}" type="pres">
      <dgm:prSet presAssocID="{E910C76C-385C-4E2D-8F19-CA6C40ECDC53}" presName="Childtext1" presStyleLbl="revTx" presStyleIdx="2" presStyleCnt="5">
        <dgm:presLayoutVars>
          <dgm:chMax val="0"/>
          <dgm:chPref val="0"/>
          <dgm:bulletEnabled val="1"/>
        </dgm:presLayoutVars>
      </dgm:prSet>
      <dgm:spPr/>
    </dgm:pt>
    <dgm:pt modelId="{3567A019-92FF-40C7-83A0-A0011843539B}" type="pres">
      <dgm:prSet presAssocID="{E910C76C-385C-4E2D-8F19-CA6C40ECDC53}" presName="BalanceSpacing" presStyleCnt="0"/>
      <dgm:spPr/>
    </dgm:pt>
    <dgm:pt modelId="{43379A85-4694-48FA-85A4-AD90E4E05C96}" type="pres">
      <dgm:prSet presAssocID="{E910C76C-385C-4E2D-8F19-CA6C40ECDC53}" presName="BalanceSpacing1" presStyleCnt="0"/>
      <dgm:spPr/>
    </dgm:pt>
    <dgm:pt modelId="{D816A49A-5F5B-479A-B320-B4A2F6B2253E}" type="pres">
      <dgm:prSet presAssocID="{6A63873A-E3C9-41C5-8F5C-5347968FE9DA}" presName="Accent1Text" presStyleLbl="node1" presStyleIdx="5" presStyleCnt="10"/>
      <dgm:spPr/>
    </dgm:pt>
    <dgm:pt modelId="{C0F5028D-4631-4E03-9A17-2E4A82CE2394}" type="pres">
      <dgm:prSet presAssocID="{6A63873A-E3C9-41C5-8F5C-5347968FE9DA}" presName="spaceBetweenRectangles" presStyleCnt="0"/>
      <dgm:spPr/>
    </dgm:pt>
    <dgm:pt modelId="{06791F4B-ECDF-4186-B2CD-1BDE799B17B2}" type="pres">
      <dgm:prSet presAssocID="{DEA3A465-F345-4A88-A363-CAA5FE7AA473}" presName="composite" presStyleCnt="0"/>
      <dgm:spPr/>
    </dgm:pt>
    <dgm:pt modelId="{D2DC125D-A9FE-47A2-A63D-95EC7C00EE25}" type="pres">
      <dgm:prSet presAssocID="{DEA3A465-F345-4A88-A363-CAA5FE7AA473}" presName="Parent1" presStyleLbl="node1" presStyleIdx="6" presStyleCnt="10">
        <dgm:presLayoutVars>
          <dgm:chMax val="1"/>
          <dgm:chPref val="1"/>
          <dgm:bulletEnabled val="1"/>
        </dgm:presLayoutVars>
      </dgm:prSet>
      <dgm:spPr/>
    </dgm:pt>
    <dgm:pt modelId="{44A4B018-C449-441C-B16C-8ED351D72BA9}" type="pres">
      <dgm:prSet presAssocID="{DEA3A465-F345-4A88-A363-CAA5FE7AA473}" presName="Childtext1" presStyleLbl="revTx" presStyleIdx="3" presStyleCnt="5">
        <dgm:presLayoutVars>
          <dgm:chMax val="0"/>
          <dgm:chPref val="0"/>
          <dgm:bulletEnabled val="1"/>
        </dgm:presLayoutVars>
      </dgm:prSet>
      <dgm:spPr/>
    </dgm:pt>
    <dgm:pt modelId="{AE5F3777-0CA2-42E4-9A45-60D68FC4D90A}" type="pres">
      <dgm:prSet presAssocID="{DEA3A465-F345-4A88-A363-CAA5FE7AA473}" presName="BalanceSpacing" presStyleCnt="0"/>
      <dgm:spPr/>
    </dgm:pt>
    <dgm:pt modelId="{DF9E0CF7-3651-4E84-B8C6-1C41A651E3A8}" type="pres">
      <dgm:prSet presAssocID="{DEA3A465-F345-4A88-A363-CAA5FE7AA473}" presName="BalanceSpacing1" presStyleCnt="0"/>
      <dgm:spPr/>
    </dgm:pt>
    <dgm:pt modelId="{90D409C4-C6DA-41E3-A4D0-4A68A5BB0DB5}" type="pres">
      <dgm:prSet presAssocID="{1E26A77F-2FBB-43FF-90DF-05B6735B2179}" presName="Accent1Text" presStyleLbl="node1" presStyleIdx="7" presStyleCnt="10"/>
      <dgm:spPr/>
    </dgm:pt>
    <dgm:pt modelId="{AE9CC0A1-1EA9-48AF-A709-F28E30EE349D}" type="pres">
      <dgm:prSet presAssocID="{1E26A77F-2FBB-43FF-90DF-05B6735B2179}" presName="spaceBetweenRectangles" presStyleCnt="0"/>
      <dgm:spPr/>
    </dgm:pt>
    <dgm:pt modelId="{5ECF9E45-5EAE-45BC-8669-6AA069B53FFB}" type="pres">
      <dgm:prSet presAssocID="{9101EC16-5446-4248-A42A-19FEB002F236}" presName="composite" presStyleCnt="0"/>
      <dgm:spPr/>
    </dgm:pt>
    <dgm:pt modelId="{63125130-E1F6-425E-8B20-383E1C663CB6}" type="pres">
      <dgm:prSet presAssocID="{9101EC16-5446-4248-A42A-19FEB002F236}" presName="Parent1" presStyleLbl="node1" presStyleIdx="8" presStyleCnt="10">
        <dgm:presLayoutVars>
          <dgm:chMax val="1"/>
          <dgm:chPref val="1"/>
          <dgm:bulletEnabled val="1"/>
        </dgm:presLayoutVars>
      </dgm:prSet>
      <dgm:spPr/>
    </dgm:pt>
    <dgm:pt modelId="{09646C64-C98F-4A06-9B9D-00EBE27D07BE}" type="pres">
      <dgm:prSet presAssocID="{9101EC16-5446-4248-A42A-19FEB002F236}" presName="Childtext1" presStyleLbl="revTx" presStyleIdx="4" presStyleCnt="5">
        <dgm:presLayoutVars>
          <dgm:chMax val="0"/>
          <dgm:chPref val="0"/>
          <dgm:bulletEnabled val="1"/>
        </dgm:presLayoutVars>
      </dgm:prSet>
      <dgm:spPr/>
    </dgm:pt>
    <dgm:pt modelId="{2AF8F598-C989-41F2-BB05-93A458E27EF5}" type="pres">
      <dgm:prSet presAssocID="{9101EC16-5446-4248-A42A-19FEB002F236}" presName="BalanceSpacing" presStyleCnt="0"/>
      <dgm:spPr/>
    </dgm:pt>
    <dgm:pt modelId="{DC39C69B-39E3-427E-8D0B-5A758BBE38C7}" type="pres">
      <dgm:prSet presAssocID="{9101EC16-5446-4248-A42A-19FEB002F236}" presName="BalanceSpacing1" presStyleCnt="0"/>
      <dgm:spPr/>
    </dgm:pt>
    <dgm:pt modelId="{3AD4967F-7AC8-4EC5-A0E9-FA9BABBD1D21}" type="pres">
      <dgm:prSet presAssocID="{50B882C7-FE06-4555-899B-C2310BB51719}" presName="Accent1Text" presStyleLbl="node1" presStyleIdx="9" presStyleCnt="10"/>
      <dgm:spPr/>
    </dgm:pt>
  </dgm:ptLst>
  <dgm:cxnLst>
    <dgm:cxn modelId="{358DF615-846E-488C-90A4-B1E5D7A4A219}" srcId="{63171407-AC90-4203-8ABB-E0311D0FF628}" destId="{E910C76C-385C-4E2D-8F19-CA6C40ECDC53}" srcOrd="2" destOrd="0" parTransId="{5BBDAF7F-E953-4A71-9064-6CBE0A386CEF}" sibTransId="{6A63873A-E3C9-41C5-8F5C-5347968FE9DA}"/>
    <dgm:cxn modelId="{BFD0152E-3C15-4C91-A528-4A2463FC87D2}" type="presOf" srcId="{A8304A8E-3DE9-4522-BDEB-3FB9DFD06126}" destId="{5A4B4936-D955-403F-B56F-ABAD7CEE9A71}" srcOrd="0" destOrd="0" presId="urn:microsoft.com/office/officeart/2008/layout/AlternatingHexagons"/>
    <dgm:cxn modelId="{562D105D-3F55-48CB-B7B7-0ED21E87A0A2}" srcId="{63171407-AC90-4203-8ABB-E0311D0FF628}" destId="{4E0917C5-226C-4372-AAED-72E87D361827}" srcOrd="1" destOrd="0" parTransId="{A7F35940-47BF-45EF-9EFA-9AE3617578CB}" sibTransId="{D407248B-A8B7-4A1E-9FF0-B30C3DA231D2}"/>
    <dgm:cxn modelId="{74558643-E5F6-408E-BF20-578E74BF6D7A}" type="presOf" srcId="{E7513426-0019-41EB-BE7C-5C189CBC6197}" destId="{D1D4C140-B8A6-4F09-8B29-42F2E9605AFD}" srcOrd="0" destOrd="0" presId="urn:microsoft.com/office/officeart/2008/layout/AlternatingHexagons"/>
    <dgm:cxn modelId="{FAA3E066-1402-4055-8ED3-F8E9AB235D32}" type="presOf" srcId="{1E26A77F-2FBB-43FF-90DF-05B6735B2179}" destId="{90D409C4-C6DA-41E3-A4D0-4A68A5BB0DB5}" srcOrd="0" destOrd="0" presId="urn:microsoft.com/office/officeart/2008/layout/AlternatingHexagons"/>
    <dgm:cxn modelId="{490F226B-3EE1-43EA-8657-0B414D97296D}" srcId="{E910C76C-385C-4E2D-8F19-CA6C40ECDC53}" destId="{3733405C-798E-4C41-9BBD-2CD182CB070D}" srcOrd="0" destOrd="0" parTransId="{8AB30F09-CB0A-4956-8D74-188E731D22FF}" sibTransId="{362C8A80-49AD-45E3-BB90-88C936134807}"/>
    <dgm:cxn modelId="{91C18550-3FF5-4D52-8671-07FC3887A8E8}" type="presOf" srcId="{DEA3A465-F345-4A88-A363-CAA5FE7AA473}" destId="{D2DC125D-A9FE-47A2-A63D-95EC7C00EE25}" srcOrd="0" destOrd="0" presId="urn:microsoft.com/office/officeart/2008/layout/AlternatingHexagons"/>
    <dgm:cxn modelId="{C5962B58-C4F5-437B-B96C-BACBC4C813E5}" type="presOf" srcId="{D407248B-A8B7-4A1E-9FF0-B30C3DA231D2}" destId="{3329C453-D44C-4F1A-8E34-242243EBFEB3}" srcOrd="0" destOrd="0" presId="urn:microsoft.com/office/officeart/2008/layout/AlternatingHexagons"/>
    <dgm:cxn modelId="{D753CD79-49D4-48B6-8349-78589E168B55}" srcId="{E7513426-0019-41EB-BE7C-5C189CBC6197}" destId="{A8304A8E-3DE9-4522-BDEB-3FB9DFD06126}" srcOrd="0" destOrd="0" parTransId="{E0561FDF-32B9-42D9-8D4F-F085579FBFDF}" sibTransId="{91B931F2-92B0-4912-96E1-F9E48778DF27}"/>
    <dgm:cxn modelId="{55DCCF7E-38EA-4B1F-B056-9DC6F9DE550B}" type="presOf" srcId="{9101EC16-5446-4248-A42A-19FEB002F236}" destId="{63125130-E1F6-425E-8B20-383E1C663CB6}" srcOrd="0" destOrd="0" presId="urn:microsoft.com/office/officeart/2008/layout/AlternatingHexagons"/>
    <dgm:cxn modelId="{81F69581-50C2-4BB6-80EA-EB64C5978EC1}" type="presOf" srcId="{6A63873A-E3C9-41C5-8F5C-5347968FE9DA}" destId="{D816A49A-5F5B-479A-B320-B4A2F6B2253E}" srcOrd="0" destOrd="0" presId="urn:microsoft.com/office/officeart/2008/layout/AlternatingHexagons"/>
    <dgm:cxn modelId="{FD5BBA9F-98FF-49F9-94D3-079507F60F23}" type="presOf" srcId="{4E0917C5-226C-4372-AAED-72E87D361827}" destId="{9803EEF0-A6DB-4665-BAD9-EB8E559A7BEE}" srcOrd="0" destOrd="0" presId="urn:microsoft.com/office/officeart/2008/layout/AlternatingHexagons"/>
    <dgm:cxn modelId="{6E5BBEBA-8F07-4FB5-B585-7E7C48F5EF30}" type="presOf" srcId="{3733405C-798E-4C41-9BBD-2CD182CB070D}" destId="{E6999C8F-1C82-4507-9BC9-D3977E230C67}" srcOrd="0" destOrd="0" presId="urn:microsoft.com/office/officeart/2008/layout/AlternatingHexagons"/>
    <dgm:cxn modelId="{937F2CC2-2DA1-42CB-B9A4-1C0A5B6C04E5}" srcId="{63171407-AC90-4203-8ABB-E0311D0FF628}" destId="{E7513426-0019-41EB-BE7C-5C189CBC6197}" srcOrd="0" destOrd="0" parTransId="{184CFD72-3CE4-433D-BB32-BFA9D472A76C}" sibTransId="{D9ACFB55-884D-4F73-B245-AAA1A3566B63}"/>
    <dgm:cxn modelId="{156F7ED1-E377-4282-BF85-86519588CE43}" type="presOf" srcId="{50B882C7-FE06-4555-899B-C2310BB51719}" destId="{3AD4967F-7AC8-4EC5-A0E9-FA9BABBD1D21}" srcOrd="0" destOrd="0" presId="urn:microsoft.com/office/officeart/2008/layout/AlternatingHexagons"/>
    <dgm:cxn modelId="{80C7D8D2-D0AD-43E1-B163-26B8F6CB2CEA}" srcId="{63171407-AC90-4203-8ABB-E0311D0FF628}" destId="{9101EC16-5446-4248-A42A-19FEB002F236}" srcOrd="4" destOrd="0" parTransId="{DAC9486D-BF6A-44E3-A374-74997222DE52}" sibTransId="{50B882C7-FE06-4555-899B-C2310BB51719}"/>
    <dgm:cxn modelId="{196611D9-1204-485D-962A-399ADF10BC9B}" type="presOf" srcId="{D9ACFB55-884D-4F73-B245-AAA1A3566B63}" destId="{71AED043-6D49-45F4-9F1D-EBA5866F27E8}" srcOrd="0" destOrd="0" presId="urn:microsoft.com/office/officeart/2008/layout/AlternatingHexagons"/>
    <dgm:cxn modelId="{42E4D1E7-619E-4617-B56C-3E863A3D2C42}" type="presOf" srcId="{E910C76C-385C-4E2D-8F19-CA6C40ECDC53}" destId="{3F7A61B7-5199-4DFD-8300-739A11DB1B23}" srcOrd="0" destOrd="0" presId="urn:microsoft.com/office/officeart/2008/layout/AlternatingHexagons"/>
    <dgm:cxn modelId="{4B1E88F6-DC9C-407F-8A19-780E8373BEF4}" type="presOf" srcId="{63171407-AC90-4203-8ABB-E0311D0FF628}" destId="{53D3589C-4C18-4D1C-BECA-C6A269324457}" srcOrd="0" destOrd="0" presId="urn:microsoft.com/office/officeart/2008/layout/AlternatingHexagons"/>
    <dgm:cxn modelId="{2EF22AF7-75DA-413C-A548-E337897E6250}" srcId="{63171407-AC90-4203-8ABB-E0311D0FF628}" destId="{DEA3A465-F345-4A88-A363-CAA5FE7AA473}" srcOrd="3" destOrd="0" parTransId="{E5337363-8450-4C77-B589-586AB218171F}" sibTransId="{1E26A77F-2FBB-43FF-90DF-05B6735B2179}"/>
    <dgm:cxn modelId="{8869EF67-9F2F-42D2-9080-2D2CA0F37760}" type="presParOf" srcId="{53D3589C-4C18-4D1C-BECA-C6A269324457}" destId="{49A16820-DF89-4B88-91E2-BB4ADEE02674}" srcOrd="0" destOrd="0" presId="urn:microsoft.com/office/officeart/2008/layout/AlternatingHexagons"/>
    <dgm:cxn modelId="{F06FF959-8366-4AAF-A0FD-212A991085AB}" type="presParOf" srcId="{49A16820-DF89-4B88-91E2-BB4ADEE02674}" destId="{D1D4C140-B8A6-4F09-8B29-42F2E9605AFD}" srcOrd="0" destOrd="0" presId="urn:microsoft.com/office/officeart/2008/layout/AlternatingHexagons"/>
    <dgm:cxn modelId="{A981C20A-FEC0-4C24-9FD8-8BE71AF47E1A}" type="presParOf" srcId="{49A16820-DF89-4B88-91E2-BB4ADEE02674}" destId="{5A4B4936-D955-403F-B56F-ABAD7CEE9A71}" srcOrd="1" destOrd="0" presId="urn:microsoft.com/office/officeart/2008/layout/AlternatingHexagons"/>
    <dgm:cxn modelId="{74B919F8-9BF7-4164-985A-4194B9353BD2}" type="presParOf" srcId="{49A16820-DF89-4B88-91E2-BB4ADEE02674}" destId="{44F81B86-0685-4254-9192-C464D0DC6777}" srcOrd="2" destOrd="0" presId="urn:microsoft.com/office/officeart/2008/layout/AlternatingHexagons"/>
    <dgm:cxn modelId="{CFAD8FAA-780F-4482-BAD7-04D6350D99C5}" type="presParOf" srcId="{49A16820-DF89-4B88-91E2-BB4ADEE02674}" destId="{08359FF3-B675-48E0-8B93-1812C4467078}" srcOrd="3" destOrd="0" presId="urn:microsoft.com/office/officeart/2008/layout/AlternatingHexagons"/>
    <dgm:cxn modelId="{78AB3B64-68F4-4B19-A058-E85D889FA51B}" type="presParOf" srcId="{49A16820-DF89-4B88-91E2-BB4ADEE02674}" destId="{71AED043-6D49-45F4-9F1D-EBA5866F27E8}" srcOrd="4" destOrd="0" presId="urn:microsoft.com/office/officeart/2008/layout/AlternatingHexagons"/>
    <dgm:cxn modelId="{398FD5D3-80C3-4E23-B067-17E18692861B}" type="presParOf" srcId="{53D3589C-4C18-4D1C-BECA-C6A269324457}" destId="{E7BA7F68-6425-42F2-968F-777FFB93EFD8}" srcOrd="1" destOrd="0" presId="urn:microsoft.com/office/officeart/2008/layout/AlternatingHexagons"/>
    <dgm:cxn modelId="{316D5DB1-96E3-4F12-A6AD-D2F32B6B2D3B}" type="presParOf" srcId="{53D3589C-4C18-4D1C-BECA-C6A269324457}" destId="{076673B4-DF30-489E-95A0-5DB400EC1BF7}" srcOrd="2" destOrd="0" presId="urn:microsoft.com/office/officeart/2008/layout/AlternatingHexagons"/>
    <dgm:cxn modelId="{06ED9815-668E-418B-BA2D-E66087A8C05E}" type="presParOf" srcId="{076673B4-DF30-489E-95A0-5DB400EC1BF7}" destId="{9803EEF0-A6DB-4665-BAD9-EB8E559A7BEE}" srcOrd="0" destOrd="0" presId="urn:microsoft.com/office/officeart/2008/layout/AlternatingHexagons"/>
    <dgm:cxn modelId="{756CECAB-BBE5-4FD2-877B-2F1CCE048A4B}" type="presParOf" srcId="{076673B4-DF30-489E-95A0-5DB400EC1BF7}" destId="{FC0B0896-0F25-41D5-9ECF-9754BEF6A779}" srcOrd="1" destOrd="0" presId="urn:microsoft.com/office/officeart/2008/layout/AlternatingHexagons"/>
    <dgm:cxn modelId="{6E16AF5C-988C-4B5F-8A71-36271F86756F}" type="presParOf" srcId="{076673B4-DF30-489E-95A0-5DB400EC1BF7}" destId="{323C2C22-3903-41E8-BDCD-65D258C89CA2}" srcOrd="2" destOrd="0" presId="urn:microsoft.com/office/officeart/2008/layout/AlternatingHexagons"/>
    <dgm:cxn modelId="{8B617D44-FD2C-4F88-AA3E-E50E7E0A8564}" type="presParOf" srcId="{076673B4-DF30-489E-95A0-5DB400EC1BF7}" destId="{4C510FE2-AF07-4278-A5EF-E2A05F926EE4}" srcOrd="3" destOrd="0" presId="urn:microsoft.com/office/officeart/2008/layout/AlternatingHexagons"/>
    <dgm:cxn modelId="{1AE6404C-0A79-45A6-A1D9-57BEEA07D755}" type="presParOf" srcId="{076673B4-DF30-489E-95A0-5DB400EC1BF7}" destId="{3329C453-D44C-4F1A-8E34-242243EBFEB3}" srcOrd="4" destOrd="0" presId="urn:microsoft.com/office/officeart/2008/layout/AlternatingHexagons"/>
    <dgm:cxn modelId="{6A5D3C6F-B916-44D3-A8CE-FEFEE086D287}" type="presParOf" srcId="{53D3589C-4C18-4D1C-BECA-C6A269324457}" destId="{40C0E888-D172-4833-BEE0-3475A678393C}" srcOrd="3" destOrd="0" presId="urn:microsoft.com/office/officeart/2008/layout/AlternatingHexagons"/>
    <dgm:cxn modelId="{8FC9C04E-64AB-4993-A252-7976D3FDFE23}" type="presParOf" srcId="{53D3589C-4C18-4D1C-BECA-C6A269324457}" destId="{9E1E7FE7-890A-4E0F-AE84-331C557C9B9F}" srcOrd="4" destOrd="0" presId="urn:microsoft.com/office/officeart/2008/layout/AlternatingHexagons"/>
    <dgm:cxn modelId="{C35A3923-BF45-4FEC-AB44-5ED1C6C614CB}" type="presParOf" srcId="{9E1E7FE7-890A-4E0F-AE84-331C557C9B9F}" destId="{3F7A61B7-5199-4DFD-8300-739A11DB1B23}" srcOrd="0" destOrd="0" presId="urn:microsoft.com/office/officeart/2008/layout/AlternatingHexagons"/>
    <dgm:cxn modelId="{2016ED31-13D0-4263-A18B-3367BB9049A9}" type="presParOf" srcId="{9E1E7FE7-890A-4E0F-AE84-331C557C9B9F}" destId="{E6999C8F-1C82-4507-9BC9-D3977E230C67}" srcOrd="1" destOrd="0" presId="urn:microsoft.com/office/officeart/2008/layout/AlternatingHexagons"/>
    <dgm:cxn modelId="{B58E2344-0A99-4CA0-A04E-969B6AF5AB4D}" type="presParOf" srcId="{9E1E7FE7-890A-4E0F-AE84-331C557C9B9F}" destId="{3567A019-92FF-40C7-83A0-A0011843539B}" srcOrd="2" destOrd="0" presId="urn:microsoft.com/office/officeart/2008/layout/AlternatingHexagons"/>
    <dgm:cxn modelId="{75ABED11-730E-4211-8DE6-AD69DA992576}" type="presParOf" srcId="{9E1E7FE7-890A-4E0F-AE84-331C557C9B9F}" destId="{43379A85-4694-48FA-85A4-AD90E4E05C96}" srcOrd="3" destOrd="0" presId="urn:microsoft.com/office/officeart/2008/layout/AlternatingHexagons"/>
    <dgm:cxn modelId="{FC966F0A-8CA8-4985-98B5-E59D58AA6035}" type="presParOf" srcId="{9E1E7FE7-890A-4E0F-AE84-331C557C9B9F}" destId="{D816A49A-5F5B-479A-B320-B4A2F6B2253E}" srcOrd="4" destOrd="0" presId="urn:microsoft.com/office/officeart/2008/layout/AlternatingHexagons"/>
    <dgm:cxn modelId="{D96DA2E1-BA13-49E3-BC6B-B5715D700126}" type="presParOf" srcId="{53D3589C-4C18-4D1C-BECA-C6A269324457}" destId="{C0F5028D-4631-4E03-9A17-2E4A82CE2394}" srcOrd="5" destOrd="0" presId="urn:microsoft.com/office/officeart/2008/layout/AlternatingHexagons"/>
    <dgm:cxn modelId="{041F7805-AA19-4444-A1EE-BD09D0F50995}" type="presParOf" srcId="{53D3589C-4C18-4D1C-BECA-C6A269324457}" destId="{06791F4B-ECDF-4186-B2CD-1BDE799B17B2}" srcOrd="6" destOrd="0" presId="urn:microsoft.com/office/officeart/2008/layout/AlternatingHexagons"/>
    <dgm:cxn modelId="{EAD952A3-25AD-45E7-9324-DEC0D8B466DE}" type="presParOf" srcId="{06791F4B-ECDF-4186-B2CD-1BDE799B17B2}" destId="{D2DC125D-A9FE-47A2-A63D-95EC7C00EE25}" srcOrd="0" destOrd="0" presId="urn:microsoft.com/office/officeart/2008/layout/AlternatingHexagons"/>
    <dgm:cxn modelId="{A0640D45-4190-454F-BD42-1BB5E6BA42BD}" type="presParOf" srcId="{06791F4B-ECDF-4186-B2CD-1BDE799B17B2}" destId="{44A4B018-C449-441C-B16C-8ED351D72BA9}" srcOrd="1" destOrd="0" presId="urn:microsoft.com/office/officeart/2008/layout/AlternatingHexagons"/>
    <dgm:cxn modelId="{B3DDA0B7-3526-4466-B33D-2F59446CEB46}" type="presParOf" srcId="{06791F4B-ECDF-4186-B2CD-1BDE799B17B2}" destId="{AE5F3777-0CA2-42E4-9A45-60D68FC4D90A}" srcOrd="2" destOrd="0" presId="urn:microsoft.com/office/officeart/2008/layout/AlternatingHexagons"/>
    <dgm:cxn modelId="{BC44BD1C-15F4-402F-81B8-EF97A151C78D}" type="presParOf" srcId="{06791F4B-ECDF-4186-B2CD-1BDE799B17B2}" destId="{DF9E0CF7-3651-4E84-B8C6-1C41A651E3A8}" srcOrd="3" destOrd="0" presId="urn:microsoft.com/office/officeart/2008/layout/AlternatingHexagons"/>
    <dgm:cxn modelId="{C2F89180-9028-42F4-8E5D-1313949CDC73}" type="presParOf" srcId="{06791F4B-ECDF-4186-B2CD-1BDE799B17B2}" destId="{90D409C4-C6DA-41E3-A4D0-4A68A5BB0DB5}" srcOrd="4" destOrd="0" presId="urn:microsoft.com/office/officeart/2008/layout/AlternatingHexagons"/>
    <dgm:cxn modelId="{6688DF17-294E-42E0-9554-8C2B294DFA82}" type="presParOf" srcId="{53D3589C-4C18-4D1C-BECA-C6A269324457}" destId="{AE9CC0A1-1EA9-48AF-A709-F28E30EE349D}" srcOrd="7" destOrd="0" presId="urn:microsoft.com/office/officeart/2008/layout/AlternatingHexagons"/>
    <dgm:cxn modelId="{52CCC644-2205-4FA2-8E31-7C3A927809B8}" type="presParOf" srcId="{53D3589C-4C18-4D1C-BECA-C6A269324457}" destId="{5ECF9E45-5EAE-45BC-8669-6AA069B53FFB}" srcOrd="8" destOrd="0" presId="urn:microsoft.com/office/officeart/2008/layout/AlternatingHexagons"/>
    <dgm:cxn modelId="{89265975-66A5-41F4-BC5A-1A4FC1491DAC}" type="presParOf" srcId="{5ECF9E45-5EAE-45BC-8669-6AA069B53FFB}" destId="{63125130-E1F6-425E-8B20-383E1C663CB6}" srcOrd="0" destOrd="0" presId="urn:microsoft.com/office/officeart/2008/layout/AlternatingHexagons"/>
    <dgm:cxn modelId="{34DD8A70-3098-41EF-AA87-E38A7BAB8A74}" type="presParOf" srcId="{5ECF9E45-5EAE-45BC-8669-6AA069B53FFB}" destId="{09646C64-C98F-4A06-9B9D-00EBE27D07BE}" srcOrd="1" destOrd="0" presId="urn:microsoft.com/office/officeart/2008/layout/AlternatingHexagons"/>
    <dgm:cxn modelId="{34ECC97A-69D0-487E-8502-6C8674BC7B82}" type="presParOf" srcId="{5ECF9E45-5EAE-45BC-8669-6AA069B53FFB}" destId="{2AF8F598-C989-41F2-BB05-93A458E27EF5}" srcOrd="2" destOrd="0" presId="urn:microsoft.com/office/officeart/2008/layout/AlternatingHexagons"/>
    <dgm:cxn modelId="{190E29FE-32FD-4595-B7E6-D34765F03B39}" type="presParOf" srcId="{5ECF9E45-5EAE-45BC-8669-6AA069B53FFB}" destId="{DC39C69B-39E3-427E-8D0B-5A758BBE38C7}" srcOrd="3" destOrd="0" presId="urn:microsoft.com/office/officeart/2008/layout/AlternatingHexagons"/>
    <dgm:cxn modelId="{EFB7DFC3-AE1C-4349-92F9-E989B9FC09D2}" type="presParOf" srcId="{5ECF9E45-5EAE-45BC-8669-6AA069B53FFB}" destId="{3AD4967F-7AC8-4EC5-A0E9-FA9BABBD1D21}" srcOrd="4" destOrd="0" presId="urn:microsoft.com/office/officeart/2008/layout/AlternatingHexagons"/>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8919D4E5-ACE4-4211-A556-1232BF3B75DA}" type="doc">
      <dgm:prSet loTypeId="urn:microsoft.com/office/officeart/2005/8/layout/gear1" loCatId="cycle" qsTypeId="urn:microsoft.com/office/officeart/2005/8/quickstyle/simple1" qsCatId="simple" csTypeId="urn:microsoft.com/office/officeart/2005/8/colors/accent0_3" csCatId="mainScheme" phldr="1"/>
      <dgm:spPr/>
    </dgm:pt>
    <dgm:pt modelId="{33F516B2-33E9-430B-89A0-A7F7C6F1DF81}">
      <dgm:prSet phldrT="[Text]" custT="1"/>
      <dgm:spPr/>
      <dgm:t>
        <a:bodyPr/>
        <a:lstStyle/>
        <a:p>
          <a:r>
            <a:rPr lang="en-US" sz="1100" dirty="0"/>
            <a:t>Choose &amp; Interview of Candidate</a:t>
          </a:r>
        </a:p>
      </dgm:t>
    </dgm:pt>
    <dgm:pt modelId="{D073EFE3-AC18-400B-B9E8-140FC077A134}" type="parTrans" cxnId="{2F93302A-7B7E-4C2C-B8E5-1E30396C7D68}">
      <dgm:prSet/>
      <dgm:spPr/>
      <dgm:t>
        <a:bodyPr/>
        <a:lstStyle/>
        <a:p>
          <a:endParaRPr lang="en-US" sz="1600"/>
        </a:p>
      </dgm:t>
    </dgm:pt>
    <dgm:pt modelId="{DF17CABF-CDDB-4D76-8024-535C1CAEE5B1}" type="sibTrans" cxnId="{2F93302A-7B7E-4C2C-B8E5-1E30396C7D68}">
      <dgm:prSet/>
      <dgm:spPr/>
      <dgm:t>
        <a:bodyPr/>
        <a:lstStyle/>
        <a:p>
          <a:endParaRPr lang="en-US" sz="1600"/>
        </a:p>
      </dgm:t>
    </dgm:pt>
    <dgm:pt modelId="{B0767D15-A48E-4C84-AD12-18A527C4967F}">
      <dgm:prSet custT="1"/>
      <dgm:spPr/>
      <dgm:t>
        <a:bodyPr/>
        <a:lstStyle/>
        <a:p>
          <a:r>
            <a:rPr lang="en-US" sz="1050" dirty="0"/>
            <a:t>Personnel affairs</a:t>
          </a:r>
        </a:p>
      </dgm:t>
    </dgm:pt>
    <dgm:pt modelId="{2005176B-CF7B-44BD-A938-B8EEB627B873}" type="parTrans" cxnId="{5AC4ADBA-0F10-4D3B-98E1-CAD2457A0FAD}">
      <dgm:prSet/>
      <dgm:spPr/>
      <dgm:t>
        <a:bodyPr/>
        <a:lstStyle/>
        <a:p>
          <a:endParaRPr lang="en-US" sz="1600"/>
        </a:p>
      </dgm:t>
    </dgm:pt>
    <dgm:pt modelId="{48AA0408-D888-43E7-8D6D-503170BBBB6C}" type="sibTrans" cxnId="{5AC4ADBA-0F10-4D3B-98E1-CAD2457A0FAD}">
      <dgm:prSet/>
      <dgm:spPr/>
      <dgm:t>
        <a:bodyPr/>
        <a:lstStyle/>
        <a:p>
          <a:endParaRPr lang="en-US" sz="1600"/>
        </a:p>
      </dgm:t>
    </dgm:pt>
    <dgm:pt modelId="{7CBF6B72-513D-410A-878D-6E4019548687}">
      <dgm:prSet custT="1"/>
      <dgm:spPr/>
      <dgm:t>
        <a:bodyPr/>
        <a:lstStyle/>
        <a:p>
          <a:r>
            <a:rPr lang="en-US" sz="800" dirty="0"/>
            <a:t>Support them from HADF </a:t>
          </a:r>
          <a:r>
            <a:rPr lang="en-US" sz="700" dirty="0"/>
            <a:t>if they are citizens</a:t>
          </a:r>
          <a:endParaRPr lang="en-US" sz="1000" dirty="0"/>
        </a:p>
      </dgm:t>
    </dgm:pt>
    <dgm:pt modelId="{CA2C39D6-F0A1-4026-A485-60DD29CDDB1B}" type="parTrans" cxnId="{176154A2-8B9B-451B-BA90-CF2E4268224E}">
      <dgm:prSet/>
      <dgm:spPr/>
      <dgm:t>
        <a:bodyPr/>
        <a:lstStyle/>
        <a:p>
          <a:endParaRPr lang="en-US" sz="1600"/>
        </a:p>
      </dgm:t>
    </dgm:pt>
    <dgm:pt modelId="{D924F429-989B-45F0-B141-26CA7AF6652F}" type="sibTrans" cxnId="{176154A2-8B9B-451B-BA90-CF2E4268224E}">
      <dgm:prSet/>
      <dgm:spPr/>
      <dgm:t>
        <a:bodyPr/>
        <a:lstStyle/>
        <a:p>
          <a:endParaRPr lang="en-US" sz="1600"/>
        </a:p>
      </dgm:t>
    </dgm:pt>
    <dgm:pt modelId="{CB1E38C6-D67F-4782-BCDF-24EB66CEEA42}" type="pres">
      <dgm:prSet presAssocID="{8919D4E5-ACE4-4211-A556-1232BF3B75DA}" presName="composite" presStyleCnt="0">
        <dgm:presLayoutVars>
          <dgm:chMax val="3"/>
          <dgm:animLvl val="lvl"/>
          <dgm:resizeHandles val="exact"/>
        </dgm:presLayoutVars>
      </dgm:prSet>
      <dgm:spPr/>
    </dgm:pt>
    <dgm:pt modelId="{C8179313-0E43-40FC-A387-0F3D9554728D}" type="pres">
      <dgm:prSet presAssocID="{33F516B2-33E9-430B-89A0-A7F7C6F1DF81}" presName="gear1" presStyleLbl="node1" presStyleIdx="0" presStyleCnt="3">
        <dgm:presLayoutVars>
          <dgm:chMax val="1"/>
          <dgm:bulletEnabled val="1"/>
        </dgm:presLayoutVars>
      </dgm:prSet>
      <dgm:spPr/>
    </dgm:pt>
    <dgm:pt modelId="{8E2C1BCB-7CF0-4A09-9FE8-C4B20089091C}" type="pres">
      <dgm:prSet presAssocID="{33F516B2-33E9-430B-89A0-A7F7C6F1DF81}" presName="gear1srcNode" presStyleLbl="node1" presStyleIdx="0" presStyleCnt="3"/>
      <dgm:spPr/>
    </dgm:pt>
    <dgm:pt modelId="{F804A462-B0CD-40B6-9531-E9A098EB48D0}" type="pres">
      <dgm:prSet presAssocID="{33F516B2-33E9-430B-89A0-A7F7C6F1DF81}" presName="gear1dstNode" presStyleLbl="node1" presStyleIdx="0" presStyleCnt="3"/>
      <dgm:spPr/>
    </dgm:pt>
    <dgm:pt modelId="{9A2394E2-B648-4177-9F9E-5A9F28D9D31D}" type="pres">
      <dgm:prSet presAssocID="{B0767D15-A48E-4C84-AD12-18A527C4967F}" presName="gear2" presStyleLbl="node1" presStyleIdx="1" presStyleCnt="3" custScaleX="114395" custScaleY="108222">
        <dgm:presLayoutVars>
          <dgm:chMax val="1"/>
          <dgm:bulletEnabled val="1"/>
        </dgm:presLayoutVars>
      </dgm:prSet>
      <dgm:spPr/>
    </dgm:pt>
    <dgm:pt modelId="{E0BD5A21-BDDE-4434-B4EB-36C4ED88A233}" type="pres">
      <dgm:prSet presAssocID="{B0767D15-A48E-4C84-AD12-18A527C4967F}" presName="gear2srcNode" presStyleLbl="node1" presStyleIdx="1" presStyleCnt="3"/>
      <dgm:spPr/>
    </dgm:pt>
    <dgm:pt modelId="{CD0809E3-AA1F-427F-AE6D-7D69328744E4}" type="pres">
      <dgm:prSet presAssocID="{B0767D15-A48E-4C84-AD12-18A527C4967F}" presName="gear2dstNode" presStyleLbl="node1" presStyleIdx="1" presStyleCnt="3"/>
      <dgm:spPr/>
    </dgm:pt>
    <dgm:pt modelId="{71AD179B-7E54-470C-B51B-9CFB306A3D6F}" type="pres">
      <dgm:prSet presAssocID="{7CBF6B72-513D-410A-878D-6E4019548687}" presName="gear3" presStyleLbl="node1" presStyleIdx="2" presStyleCnt="3"/>
      <dgm:spPr/>
    </dgm:pt>
    <dgm:pt modelId="{6A72C572-045E-472F-82ED-4444E5BF4A6C}" type="pres">
      <dgm:prSet presAssocID="{7CBF6B72-513D-410A-878D-6E4019548687}" presName="gear3tx" presStyleLbl="node1" presStyleIdx="2" presStyleCnt="3">
        <dgm:presLayoutVars>
          <dgm:chMax val="1"/>
          <dgm:bulletEnabled val="1"/>
        </dgm:presLayoutVars>
      </dgm:prSet>
      <dgm:spPr/>
    </dgm:pt>
    <dgm:pt modelId="{31F60260-018E-4E36-AD39-D2C0F6429F4F}" type="pres">
      <dgm:prSet presAssocID="{7CBF6B72-513D-410A-878D-6E4019548687}" presName="gear3srcNode" presStyleLbl="node1" presStyleIdx="2" presStyleCnt="3"/>
      <dgm:spPr/>
    </dgm:pt>
    <dgm:pt modelId="{A364D82F-7C30-4BB6-BBE4-8B4457525285}" type="pres">
      <dgm:prSet presAssocID="{7CBF6B72-513D-410A-878D-6E4019548687}" presName="gear3dstNode" presStyleLbl="node1" presStyleIdx="2" presStyleCnt="3"/>
      <dgm:spPr/>
    </dgm:pt>
    <dgm:pt modelId="{C9A87C80-9BF1-48E2-A63C-297CA292001A}" type="pres">
      <dgm:prSet presAssocID="{DF17CABF-CDDB-4D76-8024-535C1CAEE5B1}" presName="connector1" presStyleLbl="sibTrans2D1" presStyleIdx="0" presStyleCnt="3"/>
      <dgm:spPr/>
    </dgm:pt>
    <dgm:pt modelId="{37D6CFF5-1BEA-407A-BC73-5D3AD6D5D53E}" type="pres">
      <dgm:prSet presAssocID="{48AA0408-D888-43E7-8D6D-503170BBBB6C}" presName="connector2" presStyleLbl="sibTrans2D1" presStyleIdx="1" presStyleCnt="3" custLinFactNeighborX="-4508" custLinFactNeighborY="-228"/>
      <dgm:spPr/>
    </dgm:pt>
    <dgm:pt modelId="{655DEC72-90C9-4667-AF43-AC3700BD33AA}" type="pres">
      <dgm:prSet presAssocID="{D924F429-989B-45F0-B141-26CA7AF6652F}" presName="connector3" presStyleLbl="sibTrans2D1" presStyleIdx="2" presStyleCnt="3"/>
      <dgm:spPr/>
    </dgm:pt>
  </dgm:ptLst>
  <dgm:cxnLst>
    <dgm:cxn modelId="{95E24E0F-0D22-49DB-ACA1-B9F1572F5C40}" type="presOf" srcId="{33F516B2-33E9-430B-89A0-A7F7C6F1DF81}" destId="{8E2C1BCB-7CF0-4A09-9FE8-C4B20089091C}" srcOrd="1" destOrd="0" presId="urn:microsoft.com/office/officeart/2005/8/layout/gear1"/>
    <dgm:cxn modelId="{2F93302A-7B7E-4C2C-B8E5-1E30396C7D68}" srcId="{8919D4E5-ACE4-4211-A556-1232BF3B75DA}" destId="{33F516B2-33E9-430B-89A0-A7F7C6F1DF81}" srcOrd="0" destOrd="0" parTransId="{D073EFE3-AC18-400B-B9E8-140FC077A134}" sibTransId="{DF17CABF-CDDB-4D76-8024-535C1CAEE5B1}"/>
    <dgm:cxn modelId="{549D582E-8346-4829-9843-4FBECE889323}" type="presOf" srcId="{7CBF6B72-513D-410A-878D-6E4019548687}" destId="{6A72C572-045E-472F-82ED-4444E5BF4A6C}" srcOrd="1" destOrd="0" presId="urn:microsoft.com/office/officeart/2005/8/layout/gear1"/>
    <dgm:cxn modelId="{991D9D2F-94C0-4347-BBD7-94A505B541B2}" type="presOf" srcId="{DF17CABF-CDDB-4D76-8024-535C1CAEE5B1}" destId="{C9A87C80-9BF1-48E2-A63C-297CA292001A}" srcOrd="0" destOrd="0" presId="urn:microsoft.com/office/officeart/2005/8/layout/gear1"/>
    <dgm:cxn modelId="{7F509339-D9B9-41EC-A3AF-669FFB63EF25}" type="presOf" srcId="{8919D4E5-ACE4-4211-A556-1232BF3B75DA}" destId="{CB1E38C6-D67F-4782-BCDF-24EB66CEEA42}" srcOrd="0" destOrd="0" presId="urn:microsoft.com/office/officeart/2005/8/layout/gear1"/>
    <dgm:cxn modelId="{1CB50A3E-40D9-4A52-BF40-E5EF0A0106B2}" type="presOf" srcId="{33F516B2-33E9-430B-89A0-A7F7C6F1DF81}" destId="{C8179313-0E43-40FC-A387-0F3D9554728D}" srcOrd="0" destOrd="0" presId="urn:microsoft.com/office/officeart/2005/8/layout/gear1"/>
    <dgm:cxn modelId="{E1CDC554-CB50-4257-882E-BDD3E3B3FE02}" type="presOf" srcId="{33F516B2-33E9-430B-89A0-A7F7C6F1DF81}" destId="{F804A462-B0CD-40B6-9531-E9A098EB48D0}" srcOrd="2" destOrd="0" presId="urn:microsoft.com/office/officeart/2005/8/layout/gear1"/>
    <dgm:cxn modelId="{E9F89756-4B33-461B-A755-7C2E9D6E7212}" type="presOf" srcId="{7CBF6B72-513D-410A-878D-6E4019548687}" destId="{A364D82F-7C30-4BB6-BBE4-8B4457525285}" srcOrd="3" destOrd="0" presId="urn:microsoft.com/office/officeart/2005/8/layout/gear1"/>
    <dgm:cxn modelId="{BB73758D-3A70-49AB-ACB4-D0E690C5048C}" type="presOf" srcId="{B0767D15-A48E-4C84-AD12-18A527C4967F}" destId="{E0BD5A21-BDDE-4434-B4EB-36C4ED88A233}" srcOrd="1" destOrd="0" presId="urn:microsoft.com/office/officeart/2005/8/layout/gear1"/>
    <dgm:cxn modelId="{176154A2-8B9B-451B-BA90-CF2E4268224E}" srcId="{8919D4E5-ACE4-4211-A556-1232BF3B75DA}" destId="{7CBF6B72-513D-410A-878D-6E4019548687}" srcOrd="2" destOrd="0" parTransId="{CA2C39D6-F0A1-4026-A485-60DD29CDDB1B}" sibTransId="{D924F429-989B-45F0-B141-26CA7AF6652F}"/>
    <dgm:cxn modelId="{47A4D2B9-03D1-45A0-8380-5AD92AFEAB99}" type="presOf" srcId="{48AA0408-D888-43E7-8D6D-503170BBBB6C}" destId="{37D6CFF5-1BEA-407A-BC73-5D3AD6D5D53E}" srcOrd="0" destOrd="0" presId="urn:microsoft.com/office/officeart/2005/8/layout/gear1"/>
    <dgm:cxn modelId="{5AC4ADBA-0F10-4D3B-98E1-CAD2457A0FAD}" srcId="{8919D4E5-ACE4-4211-A556-1232BF3B75DA}" destId="{B0767D15-A48E-4C84-AD12-18A527C4967F}" srcOrd="1" destOrd="0" parTransId="{2005176B-CF7B-44BD-A938-B8EEB627B873}" sibTransId="{48AA0408-D888-43E7-8D6D-503170BBBB6C}"/>
    <dgm:cxn modelId="{E305D9BF-B9CC-462A-A041-56E47E5D0F0F}" type="presOf" srcId="{7CBF6B72-513D-410A-878D-6E4019548687}" destId="{31F60260-018E-4E36-AD39-D2C0F6429F4F}" srcOrd="2" destOrd="0" presId="urn:microsoft.com/office/officeart/2005/8/layout/gear1"/>
    <dgm:cxn modelId="{68943CD6-6AD8-4EAE-A3E2-083E390CC5E7}" type="presOf" srcId="{7CBF6B72-513D-410A-878D-6E4019548687}" destId="{71AD179B-7E54-470C-B51B-9CFB306A3D6F}" srcOrd="0" destOrd="0" presId="urn:microsoft.com/office/officeart/2005/8/layout/gear1"/>
    <dgm:cxn modelId="{731131D8-D4BA-4BA0-BDA9-D69AA3E0603F}" type="presOf" srcId="{D924F429-989B-45F0-B141-26CA7AF6652F}" destId="{655DEC72-90C9-4667-AF43-AC3700BD33AA}" srcOrd="0" destOrd="0" presId="urn:microsoft.com/office/officeart/2005/8/layout/gear1"/>
    <dgm:cxn modelId="{B54419FA-A7DE-41B6-9DC7-D551D2F92F4D}" type="presOf" srcId="{B0767D15-A48E-4C84-AD12-18A527C4967F}" destId="{CD0809E3-AA1F-427F-AE6D-7D69328744E4}" srcOrd="2" destOrd="0" presId="urn:microsoft.com/office/officeart/2005/8/layout/gear1"/>
    <dgm:cxn modelId="{5A7AA1FB-D431-4611-B684-C19FAE8C6CC8}" type="presOf" srcId="{B0767D15-A48E-4C84-AD12-18A527C4967F}" destId="{9A2394E2-B648-4177-9F9E-5A9F28D9D31D}" srcOrd="0" destOrd="0" presId="urn:microsoft.com/office/officeart/2005/8/layout/gear1"/>
    <dgm:cxn modelId="{AF958691-F1BD-41D9-82DC-1B94E781344C}" type="presParOf" srcId="{CB1E38C6-D67F-4782-BCDF-24EB66CEEA42}" destId="{C8179313-0E43-40FC-A387-0F3D9554728D}" srcOrd="0" destOrd="0" presId="urn:microsoft.com/office/officeart/2005/8/layout/gear1"/>
    <dgm:cxn modelId="{BCB7DCEE-3DC9-44D8-BEE0-910301F39B97}" type="presParOf" srcId="{CB1E38C6-D67F-4782-BCDF-24EB66CEEA42}" destId="{8E2C1BCB-7CF0-4A09-9FE8-C4B20089091C}" srcOrd="1" destOrd="0" presId="urn:microsoft.com/office/officeart/2005/8/layout/gear1"/>
    <dgm:cxn modelId="{E016113B-3907-4BA9-AA6D-894197725C70}" type="presParOf" srcId="{CB1E38C6-D67F-4782-BCDF-24EB66CEEA42}" destId="{F804A462-B0CD-40B6-9531-E9A098EB48D0}" srcOrd="2" destOrd="0" presId="urn:microsoft.com/office/officeart/2005/8/layout/gear1"/>
    <dgm:cxn modelId="{1C617B07-E037-4472-9501-B48C3B0993BE}" type="presParOf" srcId="{CB1E38C6-D67F-4782-BCDF-24EB66CEEA42}" destId="{9A2394E2-B648-4177-9F9E-5A9F28D9D31D}" srcOrd="3" destOrd="0" presId="urn:microsoft.com/office/officeart/2005/8/layout/gear1"/>
    <dgm:cxn modelId="{601359E4-7705-4005-9B3F-C8099DAFD3DB}" type="presParOf" srcId="{CB1E38C6-D67F-4782-BCDF-24EB66CEEA42}" destId="{E0BD5A21-BDDE-4434-B4EB-36C4ED88A233}" srcOrd="4" destOrd="0" presId="urn:microsoft.com/office/officeart/2005/8/layout/gear1"/>
    <dgm:cxn modelId="{CF66DEB1-9DE8-47AA-A7EB-175756F73E87}" type="presParOf" srcId="{CB1E38C6-D67F-4782-BCDF-24EB66CEEA42}" destId="{CD0809E3-AA1F-427F-AE6D-7D69328744E4}" srcOrd="5" destOrd="0" presId="urn:microsoft.com/office/officeart/2005/8/layout/gear1"/>
    <dgm:cxn modelId="{18122A45-3053-4BAF-B71C-65C485579625}" type="presParOf" srcId="{CB1E38C6-D67F-4782-BCDF-24EB66CEEA42}" destId="{71AD179B-7E54-470C-B51B-9CFB306A3D6F}" srcOrd="6" destOrd="0" presId="urn:microsoft.com/office/officeart/2005/8/layout/gear1"/>
    <dgm:cxn modelId="{7719B41F-1D0D-4753-951A-DE814B52432A}" type="presParOf" srcId="{CB1E38C6-D67F-4782-BCDF-24EB66CEEA42}" destId="{6A72C572-045E-472F-82ED-4444E5BF4A6C}" srcOrd="7" destOrd="0" presId="urn:microsoft.com/office/officeart/2005/8/layout/gear1"/>
    <dgm:cxn modelId="{714D1173-D844-463C-9AF5-9672C123E023}" type="presParOf" srcId="{CB1E38C6-D67F-4782-BCDF-24EB66CEEA42}" destId="{31F60260-018E-4E36-AD39-D2C0F6429F4F}" srcOrd="8" destOrd="0" presId="urn:microsoft.com/office/officeart/2005/8/layout/gear1"/>
    <dgm:cxn modelId="{73E39E43-3407-4E04-A47C-A68149FB5D6B}" type="presParOf" srcId="{CB1E38C6-D67F-4782-BCDF-24EB66CEEA42}" destId="{A364D82F-7C30-4BB6-BBE4-8B4457525285}" srcOrd="9" destOrd="0" presId="urn:microsoft.com/office/officeart/2005/8/layout/gear1"/>
    <dgm:cxn modelId="{794CC8D0-F71A-4E8D-B49E-2C4B89A18F3A}" type="presParOf" srcId="{CB1E38C6-D67F-4782-BCDF-24EB66CEEA42}" destId="{C9A87C80-9BF1-48E2-A63C-297CA292001A}" srcOrd="10" destOrd="0" presId="urn:microsoft.com/office/officeart/2005/8/layout/gear1"/>
    <dgm:cxn modelId="{EEA0CDC7-6ED4-4031-9F5F-146E0ACA1C33}" type="presParOf" srcId="{CB1E38C6-D67F-4782-BCDF-24EB66CEEA42}" destId="{37D6CFF5-1BEA-407A-BC73-5D3AD6D5D53E}" srcOrd="11" destOrd="0" presId="urn:microsoft.com/office/officeart/2005/8/layout/gear1"/>
    <dgm:cxn modelId="{DB708FDE-CC98-4504-A182-D0EAEE4DFED1}" type="presParOf" srcId="{CB1E38C6-D67F-4782-BCDF-24EB66CEEA42}" destId="{655DEC72-90C9-4667-AF43-AC3700BD33AA}" srcOrd="12" destOrd="0" presId="urn:microsoft.com/office/officeart/2005/8/layout/gear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53CFD62-BD64-43CE-AB2D-048CE73F0835}" type="doc">
      <dgm:prSet loTypeId="urn:microsoft.com/office/officeart/2005/8/layout/funnel1" loCatId="process" qsTypeId="urn:microsoft.com/office/officeart/2005/8/quickstyle/simple1" qsCatId="simple" csTypeId="urn:microsoft.com/office/officeart/2005/8/colors/accent0_3" csCatId="mainScheme" phldr="1"/>
      <dgm:spPr/>
      <dgm:t>
        <a:bodyPr/>
        <a:lstStyle/>
        <a:p>
          <a:endParaRPr lang="en-US"/>
        </a:p>
      </dgm:t>
    </dgm:pt>
    <dgm:pt modelId="{B61AEC3A-6759-4E73-822A-350309C06466}">
      <dgm:prSet phldrT="[Text]"/>
      <dgm:spPr/>
      <dgm:t>
        <a:bodyPr/>
        <a:lstStyle/>
        <a:p>
          <a:r>
            <a:rPr lang="en-US" dirty="0"/>
            <a:t>Financial </a:t>
          </a:r>
        </a:p>
      </dgm:t>
    </dgm:pt>
    <dgm:pt modelId="{8D08ED1F-0DBC-4472-A0AB-166F38E81621}" type="parTrans" cxnId="{ED323E4D-FC04-4C4B-805E-33F7E03873B4}">
      <dgm:prSet/>
      <dgm:spPr/>
      <dgm:t>
        <a:bodyPr/>
        <a:lstStyle/>
        <a:p>
          <a:endParaRPr lang="en-US"/>
        </a:p>
      </dgm:t>
    </dgm:pt>
    <dgm:pt modelId="{CE4338EB-62DD-4FA0-A14B-25A02DD69A03}" type="sibTrans" cxnId="{ED323E4D-FC04-4C4B-805E-33F7E03873B4}">
      <dgm:prSet/>
      <dgm:spPr/>
      <dgm:t>
        <a:bodyPr/>
        <a:lstStyle/>
        <a:p>
          <a:endParaRPr lang="en-US"/>
        </a:p>
      </dgm:t>
    </dgm:pt>
    <dgm:pt modelId="{D39AC4D1-6C19-46E3-BCC4-F0A5E867FDE6}">
      <dgm:prSet phldrT="[Text]"/>
      <dgm:spPr/>
      <dgm:t>
        <a:bodyPr/>
        <a:lstStyle/>
        <a:p>
          <a:r>
            <a:rPr lang="en-US" dirty="0"/>
            <a:t> </a:t>
          </a:r>
        </a:p>
      </dgm:t>
    </dgm:pt>
    <dgm:pt modelId="{DDE17AD6-260C-4B60-86F6-4D5AC26F87F2}" type="parTrans" cxnId="{C9344758-6359-4DA0-ADAF-DB8F68873CC3}">
      <dgm:prSet/>
      <dgm:spPr/>
      <dgm:t>
        <a:bodyPr/>
        <a:lstStyle/>
        <a:p>
          <a:endParaRPr lang="en-US"/>
        </a:p>
      </dgm:t>
    </dgm:pt>
    <dgm:pt modelId="{A393AC13-936B-4830-838B-279D72FBAABC}" type="sibTrans" cxnId="{C9344758-6359-4DA0-ADAF-DB8F68873CC3}">
      <dgm:prSet/>
      <dgm:spPr/>
      <dgm:t>
        <a:bodyPr/>
        <a:lstStyle/>
        <a:p>
          <a:endParaRPr lang="en-US"/>
        </a:p>
      </dgm:t>
    </dgm:pt>
    <dgm:pt modelId="{40F92A1D-3C55-4DF6-BDE2-D86B26DEACFA}">
      <dgm:prSet/>
      <dgm:spPr/>
      <dgm:t>
        <a:bodyPr/>
        <a:lstStyle/>
        <a:p>
          <a:r>
            <a:rPr lang="en-US" dirty="0"/>
            <a:t>Human Resources </a:t>
          </a:r>
        </a:p>
      </dgm:t>
    </dgm:pt>
    <dgm:pt modelId="{EADC5811-C7BF-486B-8E26-0B6DF7656D97}" type="parTrans" cxnId="{4A13F9E3-B183-4778-BF3A-098422A565C6}">
      <dgm:prSet/>
      <dgm:spPr/>
      <dgm:t>
        <a:bodyPr/>
        <a:lstStyle/>
        <a:p>
          <a:endParaRPr lang="en-US"/>
        </a:p>
      </dgm:t>
    </dgm:pt>
    <dgm:pt modelId="{A5E6633F-772B-45B0-B8FE-17DB9D70E5CD}" type="sibTrans" cxnId="{4A13F9E3-B183-4778-BF3A-098422A565C6}">
      <dgm:prSet/>
      <dgm:spPr/>
      <dgm:t>
        <a:bodyPr/>
        <a:lstStyle/>
        <a:p>
          <a:endParaRPr lang="en-US"/>
        </a:p>
      </dgm:t>
    </dgm:pt>
    <dgm:pt modelId="{91A91455-2B0E-4A04-9A76-B136BC201339}">
      <dgm:prSet/>
      <dgm:spPr/>
      <dgm:t>
        <a:bodyPr/>
        <a:lstStyle/>
        <a:p>
          <a:r>
            <a:rPr lang="en-US" dirty="0"/>
            <a:t>Operations &amp; Contracts</a:t>
          </a:r>
        </a:p>
      </dgm:t>
    </dgm:pt>
    <dgm:pt modelId="{13ECB6B1-2F10-4BFC-B72C-F1051BF0806B}" type="parTrans" cxnId="{649E89AC-01F8-49BE-826F-0727C02B6098}">
      <dgm:prSet/>
      <dgm:spPr/>
      <dgm:t>
        <a:bodyPr/>
        <a:lstStyle/>
        <a:p>
          <a:endParaRPr lang="en-US"/>
        </a:p>
      </dgm:t>
    </dgm:pt>
    <dgm:pt modelId="{03666846-646B-4C59-AEA6-02C0DBD85470}" type="sibTrans" cxnId="{649E89AC-01F8-49BE-826F-0727C02B6098}">
      <dgm:prSet/>
      <dgm:spPr/>
      <dgm:t>
        <a:bodyPr/>
        <a:lstStyle/>
        <a:p>
          <a:endParaRPr lang="en-US"/>
        </a:p>
      </dgm:t>
    </dgm:pt>
    <dgm:pt modelId="{4F520CF0-90B4-4957-91BE-4C175793F7FD}" type="pres">
      <dgm:prSet presAssocID="{C53CFD62-BD64-43CE-AB2D-048CE73F0835}" presName="Name0" presStyleCnt="0">
        <dgm:presLayoutVars>
          <dgm:chMax val="4"/>
          <dgm:resizeHandles val="exact"/>
        </dgm:presLayoutVars>
      </dgm:prSet>
      <dgm:spPr/>
    </dgm:pt>
    <dgm:pt modelId="{E902A648-C0E2-4C82-86CD-E62AF7AA7D81}" type="pres">
      <dgm:prSet presAssocID="{C53CFD62-BD64-43CE-AB2D-048CE73F0835}" presName="ellipse" presStyleLbl="trBgShp" presStyleIdx="0" presStyleCnt="1"/>
      <dgm:spPr/>
    </dgm:pt>
    <dgm:pt modelId="{538901F6-DBC7-49FC-9CFB-FB854A2D87D6}" type="pres">
      <dgm:prSet presAssocID="{C53CFD62-BD64-43CE-AB2D-048CE73F0835}" presName="arrow1" presStyleLbl="fgShp" presStyleIdx="0" presStyleCnt="1"/>
      <dgm:spPr/>
    </dgm:pt>
    <dgm:pt modelId="{68970FDF-2473-4AA2-9517-0103867D6CCF}" type="pres">
      <dgm:prSet presAssocID="{C53CFD62-BD64-43CE-AB2D-048CE73F0835}" presName="rectangle" presStyleLbl="revTx" presStyleIdx="0" presStyleCnt="1">
        <dgm:presLayoutVars>
          <dgm:bulletEnabled val="1"/>
        </dgm:presLayoutVars>
      </dgm:prSet>
      <dgm:spPr/>
    </dgm:pt>
    <dgm:pt modelId="{12A40CA7-7BD2-4092-837D-3940E38B9A82}" type="pres">
      <dgm:prSet presAssocID="{40F92A1D-3C55-4DF6-BDE2-D86B26DEACFA}" presName="item1" presStyleLbl="node1" presStyleIdx="0" presStyleCnt="3">
        <dgm:presLayoutVars>
          <dgm:bulletEnabled val="1"/>
        </dgm:presLayoutVars>
      </dgm:prSet>
      <dgm:spPr/>
    </dgm:pt>
    <dgm:pt modelId="{E25959F0-CCFF-4ADE-ADBB-B6017394871A}" type="pres">
      <dgm:prSet presAssocID="{91A91455-2B0E-4A04-9A76-B136BC201339}" presName="item2" presStyleLbl="node1" presStyleIdx="1" presStyleCnt="3">
        <dgm:presLayoutVars>
          <dgm:bulletEnabled val="1"/>
        </dgm:presLayoutVars>
      </dgm:prSet>
      <dgm:spPr/>
    </dgm:pt>
    <dgm:pt modelId="{16A04547-7A2A-41E6-B302-209BD2651F29}" type="pres">
      <dgm:prSet presAssocID="{D39AC4D1-6C19-46E3-BCC4-F0A5E867FDE6}" presName="item3" presStyleLbl="node1" presStyleIdx="2" presStyleCnt="3">
        <dgm:presLayoutVars>
          <dgm:bulletEnabled val="1"/>
        </dgm:presLayoutVars>
      </dgm:prSet>
      <dgm:spPr/>
    </dgm:pt>
    <dgm:pt modelId="{73B1F34E-6C42-423A-BE3E-BE9274973E81}" type="pres">
      <dgm:prSet presAssocID="{C53CFD62-BD64-43CE-AB2D-048CE73F0835}" presName="funnel" presStyleLbl="trAlignAcc1" presStyleIdx="0" presStyleCnt="1"/>
      <dgm:spPr/>
    </dgm:pt>
  </dgm:ptLst>
  <dgm:cxnLst>
    <dgm:cxn modelId="{FC50183A-9AEB-44A3-9B1E-DD747AC5FF10}" type="presOf" srcId="{91A91455-2B0E-4A04-9A76-B136BC201339}" destId="{12A40CA7-7BD2-4092-837D-3940E38B9A82}" srcOrd="0" destOrd="0" presId="urn:microsoft.com/office/officeart/2005/8/layout/funnel1"/>
    <dgm:cxn modelId="{ED323E4D-FC04-4C4B-805E-33F7E03873B4}" srcId="{C53CFD62-BD64-43CE-AB2D-048CE73F0835}" destId="{B61AEC3A-6759-4E73-822A-350309C06466}" srcOrd="0" destOrd="0" parTransId="{8D08ED1F-0DBC-4472-A0AB-166F38E81621}" sibTransId="{CE4338EB-62DD-4FA0-A14B-25A02DD69A03}"/>
    <dgm:cxn modelId="{C9344758-6359-4DA0-ADAF-DB8F68873CC3}" srcId="{C53CFD62-BD64-43CE-AB2D-048CE73F0835}" destId="{D39AC4D1-6C19-46E3-BCC4-F0A5E867FDE6}" srcOrd="3" destOrd="0" parTransId="{DDE17AD6-260C-4B60-86F6-4D5AC26F87F2}" sibTransId="{A393AC13-936B-4830-838B-279D72FBAABC}"/>
    <dgm:cxn modelId="{7625448D-CE99-48B6-B583-6172B1DE117C}" type="presOf" srcId="{40F92A1D-3C55-4DF6-BDE2-D86B26DEACFA}" destId="{E25959F0-CCFF-4ADE-ADBB-B6017394871A}" srcOrd="0" destOrd="0" presId="urn:microsoft.com/office/officeart/2005/8/layout/funnel1"/>
    <dgm:cxn modelId="{C77F3D96-484A-4C79-975C-D8613E5986E7}" type="presOf" srcId="{C53CFD62-BD64-43CE-AB2D-048CE73F0835}" destId="{4F520CF0-90B4-4957-91BE-4C175793F7FD}" srcOrd="0" destOrd="0" presId="urn:microsoft.com/office/officeart/2005/8/layout/funnel1"/>
    <dgm:cxn modelId="{649E89AC-01F8-49BE-826F-0727C02B6098}" srcId="{C53CFD62-BD64-43CE-AB2D-048CE73F0835}" destId="{91A91455-2B0E-4A04-9A76-B136BC201339}" srcOrd="2" destOrd="0" parTransId="{13ECB6B1-2F10-4BFC-B72C-F1051BF0806B}" sibTransId="{03666846-646B-4C59-AEA6-02C0DBD85470}"/>
    <dgm:cxn modelId="{1C3FC1D9-6910-4F02-99B4-F571DBDFBE57}" type="presOf" srcId="{B61AEC3A-6759-4E73-822A-350309C06466}" destId="{16A04547-7A2A-41E6-B302-209BD2651F29}" srcOrd="0" destOrd="0" presId="urn:microsoft.com/office/officeart/2005/8/layout/funnel1"/>
    <dgm:cxn modelId="{2D85BDDC-FFEB-435A-9AD0-33A5F1B0BA08}" type="presOf" srcId="{D39AC4D1-6C19-46E3-BCC4-F0A5E867FDE6}" destId="{68970FDF-2473-4AA2-9517-0103867D6CCF}" srcOrd="0" destOrd="0" presId="urn:microsoft.com/office/officeart/2005/8/layout/funnel1"/>
    <dgm:cxn modelId="{4A13F9E3-B183-4778-BF3A-098422A565C6}" srcId="{C53CFD62-BD64-43CE-AB2D-048CE73F0835}" destId="{40F92A1D-3C55-4DF6-BDE2-D86B26DEACFA}" srcOrd="1" destOrd="0" parTransId="{EADC5811-C7BF-486B-8E26-0B6DF7656D97}" sibTransId="{A5E6633F-772B-45B0-B8FE-17DB9D70E5CD}"/>
    <dgm:cxn modelId="{B4687EB0-A277-456E-885F-A898B6A06CC7}" type="presParOf" srcId="{4F520CF0-90B4-4957-91BE-4C175793F7FD}" destId="{E902A648-C0E2-4C82-86CD-E62AF7AA7D81}" srcOrd="0" destOrd="0" presId="urn:microsoft.com/office/officeart/2005/8/layout/funnel1"/>
    <dgm:cxn modelId="{3B987601-8068-44B3-87F1-79C0D153F99F}" type="presParOf" srcId="{4F520CF0-90B4-4957-91BE-4C175793F7FD}" destId="{538901F6-DBC7-49FC-9CFB-FB854A2D87D6}" srcOrd="1" destOrd="0" presId="urn:microsoft.com/office/officeart/2005/8/layout/funnel1"/>
    <dgm:cxn modelId="{C6A389F6-123C-46BB-80B3-A5F1A9860D9A}" type="presParOf" srcId="{4F520CF0-90B4-4957-91BE-4C175793F7FD}" destId="{68970FDF-2473-4AA2-9517-0103867D6CCF}" srcOrd="2" destOrd="0" presId="urn:microsoft.com/office/officeart/2005/8/layout/funnel1"/>
    <dgm:cxn modelId="{06FF9FA9-1746-4EDE-A057-C693419DE00C}" type="presParOf" srcId="{4F520CF0-90B4-4957-91BE-4C175793F7FD}" destId="{12A40CA7-7BD2-4092-837D-3940E38B9A82}" srcOrd="3" destOrd="0" presId="urn:microsoft.com/office/officeart/2005/8/layout/funnel1"/>
    <dgm:cxn modelId="{EF403E63-450E-4F41-9319-8140D3C25C35}" type="presParOf" srcId="{4F520CF0-90B4-4957-91BE-4C175793F7FD}" destId="{E25959F0-CCFF-4ADE-ADBB-B6017394871A}" srcOrd="4" destOrd="0" presId="urn:microsoft.com/office/officeart/2005/8/layout/funnel1"/>
    <dgm:cxn modelId="{D28E5AD1-0E20-41E3-86A2-42B9DA48690F}" type="presParOf" srcId="{4F520CF0-90B4-4957-91BE-4C175793F7FD}" destId="{16A04547-7A2A-41E6-B302-209BD2651F29}" srcOrd="5" destOrd="0" presId="urn:microsoft.com/office/officeart/2005/8/layout/funnel1"/>
    <dgm:cxn modelId="{A353583E-17BA-44D9-B9A0-D04F8742B902}" type="presParOf" srcId="{4F520CF0-90B4-4957-91BE-4C175793F7FD}" destId="{73B1F34E-6C42-423A-BE3E-BE9274973E81}" srcOrd="6" destOrd="0" presId="urn:microsoft.com/office/officeart/2005/8/layout/funnel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78D514A7-1C4E-41DC-B8ED-E35FD12EE621}" type="doc">
      <dgm:prSet loTypeId="urn:microsoft.com/office/officeart/2009/layout/CircleArrowProcess" loCatId="process" qsTypeId="urn:microsoft.com/office/officeart/2005/8/quickstyle/simple1" qsCatId="simple" csTypeId="urn:microsoft.com/office/officeart/2005/8/colors/accent0_3" csCatId="mainScheme" phldr="1"/>
      <dgm:spPr/>
      <dgm:t>
        <a:bodyPr/>
        <a:lstStyle/>
        <a:p>
          <a:endParaRPr lang="en-US"/>
        </a:p>
      </dgm:t>
    </dgm:pt>
    <dgm:pt modelId="{1F4022C0-8829-4329-80E4-7325660B795C}">
      <dgm:prSet phldrT="[Text]"/>
      <dgm:spPr/>
      <dgm:t>
        <a:bodyPr/>
        <a:lstStyle/>
        <a:p>
          <a:r>
            <a:rPr lang="en-US" dirty="0"/>
            <a:t> </a:t>
          </a:r>
        </a:p>
      </dgm:t>
    </dgm:pt>
    <dgm:pt modelId="{5C2BB57C-DC92-491D-AE44-C23EDC007162}" type="parTrans" cxnId="{C3F4AD51-BD25-462E-8FF5-F4E02DD4CD8E}">
      <dgm:prSet/>
      <dgm:spPr/>
      <dgm:t>
        <a:bodyPr/>
        <a:lstStyle/>
        <a:p>
          <a:endParaRPr lang="en-US"/>
        </a:p>
      </dgm:t>
    </dgm:pt>
    <dgm:pt modelId="{C392950A-93EB-4387-B149-1B0BBDA994C7}" type="sibTrans" cxnId="{C3F4AD51-BD25-462E-8FF5-F4E02DD4CD8E}">
      <dgm:prSet/>
      <dgm:spPr/>
      <dgm:t>
        <a:bodyPr/>
        <a:lstStyle/>
        <a:p>
          <a:endParaRPr lang="en-US"/>
        </a:p>
      </dgm:t>
    </dgm:pt>
    <dgm:pt modelId="{4944B4E9-8E5B-4E57-89B5-EFC7F59BA932}">
      <dgm:prSet phldrT="[Text]"/>
      <dgm:spPr/>
      <dgm:t>
        <a:bodyPr/>
        <a:lstStyle/>
        <a:p>
          <a:r>
            <a:rPr lang="en-US" dirty="0"/>
            <a:t> </a:t>
          </a:r>
        </a:p>
      </dgm:t>
    </dgm:pt>
    <dgm:pt modelId="{500C5695-C8E1-4088-BF43-D562C55E697C}" type="parTrans" cxnId="{5D2CDB0D-0895-4595-9F66-45D4AD4737B2}">
      <dgm:prSet/>
      <dgm:spPr/>
      <dgm:t>
        <a:bodyPr/>
        <a:lstStyle/>
        <a:p>
          <a:endParaRPr lang="en-US"/>
        </a:p>
      </dgm:t>
    </dgm:pt>
    <dgm:pt modelId="{1771E1B0-D81D-4687-ABDC-961E0DE9EDFF}" type="sibTrans" cxnId="{5D2CDB0D-0895-4595-9F66-45D4AD4737B2}">
      <dgm:prSet/>
      <dgm:spPr/>
      <dgm:t>
        <a:bodyPr/>
        <a:lstStyle/>
        <a:p>
          <a:endParaRPr lang="en-US"/>
        </a:p>
      </dgm:t>
    </dgm:pt>
    <dgm:pt modelId="{68210D73-1CEA-4F08-8DEE-CF6EC71787B4}">
      <dgm:prSet phldrT="[Text]"/>
      <dgm:spPr/>
      <dgm:t>
        <a:bodyPr/>
        <a:lstStyle/>
        <a:p>
          <a:r>
            <a:rPr lang="en-US" dirty="0"/>
            <a:t> </a:t>
          </a:r>
        </a:p>
      </dgm:t>
    </dgm:pt>
    <dgm:pt modelId="{2AB68AAB-4083-4D8C-847A-78EA7FBF3290}" type="parTrans" cxnId="{75F1B54C-F6AB-401E-9056-FC6664CB43BD}">
      <dgm:prSet/>
      <dgm:spPr/>
      <dgm:t>
        <a:bodyPr/>
        <a:lstStyle/>
        <a:p>
          <a:endParaRPr lang="en-US"/>
        </a:p>
      </dgm:t>
    </dgm:pt>
    <dgm:pt modelId="{0E805BB3-97B7-44B7-9C37-A48632E21C7B}" type="sibTrans" cxnId="{75F1B54C-F6AB-401E-9056-FC6664CB43BD}">
      <dgm:prSet/>
      <dgm:spPr/>
      <dgm:t>
        <a:bodyPr/>
        <a:lstStyle/>
        <a:p>
          <a:endParaRPr lang="en-US"/>
        </a:p>
      </dgm:t>
    </dgm:pt>
    <dgm:pt modelId="{9E554793-A69B-4F49-97E3-0E07B29C485A}" type="pres">
      <dgm:prSet presAssocID="{78D514A7-1C4E-41DC-B8ED-E35FD12EE621}" presName="Name0" presStyleCnt="0">
        <dgm:presLayoutVars>
          <dgm:chMax val="7"/>
          <dgm:chPref val="7"/>
          <dgm:dir/>
          <dgm:animLvl val="lvl"/>
        </dgm:presLayoutVars>
      </dgm:prSet>
      <dgm:spPr/>
    </dgm:pt>
    <dgm:pt modelId="{2BA63A55-E317-4614-8639-57236CF78396}" type="pres">
      <dgm:prSet presAssocID="{1F4022C0-8829-4329-80E4-7325660B795C}" presName="Accent1" presStyleCnt="0"/>
      <dgm:spPr/>
    </dgm:pt>
    <dgm:pt modelId="{430DC960-11DD-4A5D-8E1E-2FB8580D1AFF}" type="pres">
      <dgm:prSet presAssocID="{1F4022C0-8829-4329-80E4-7325660B795C}" presName="Accent" presStyleLbl="node1" presStyleIdx="0" presStyleCnt="3"/>
      <dgm:spPr>
        <a:ln>
          <a:noFill/>
        </a:ln>
      </dgm:spPr>
    </dgm:pt>
    <dgm:pt modelId="{BB6B9474-84E8-4F7D-BE58-070E0E9E91E2}" type="pres">
      <dgm:prSet presAssocID="{1F4022C0-8829-4329-80E4-7325660B795C}" presName="Parent1" presStyleLbl="revTx" presStyleIdx="0" presStyleCnt="3">
        <dgm:presLayoutVars>
          <dgm:chMax val="1"/>
          <dgm:chPref val="1"/>
          <dgm:bulletEnabled val="1"/>
        </dgm:presLayoutVars>
      </dgm:prSet>
      <dgm:spPr/>
    </dgm:pt>
    <dgm:pt modelId="{54978832-D3BE-4DF0-9967-E314310CF00B}" type="pres">
      <dgm:prSet presAssocID="{4944B4E9-8E5B-4E57-89B5-EFC7F59BA932}" presName="Accent2" presStyleCnt="0"/>
      <dgm:spPr/>
    </dgm:pt>
    <dgm:pt modelId="{ADD95EC0-54D2-47CC-8FCE-FB11074B3F1C}" type="pres">
      <dgm:prSet presAssocID="{4944B4E9-8E5B-4E57-89B5-EFC7F59BA932}" presName="Accent" presStyleLbl="node1" presStyleIdx="1" presStyleCnt="3"/>
      <dgm:spPr>
        <a:ln>
          <a:noFill/>
        </a:ln>
      </dgm:spPr>
    </dgm:pt>
    <dgm:pt modelId="{FCC01F97-8BE3-4B0E-9D40-C22DDCFE500F}" type="pres">
      <dgm:prSet presAssocID="{4944B4E9-8E5B-4E57-89B5-EFC7F59BA932}" presName="Parent2" presStyleLbl="revTx" presStyleIdx="1" presStyleCnt="3">
        <dgm:presLayoutVars>
          <dgm:chMax val="1"/>
          <dgm:chPref val="1"/>
          <dgm:bulletEnabled val="1"/>
        </dgm:presLayoutVars>
      </dgm:prSet>
      <dgm:spPr/>
    </dgm:pt>
    <dgm:pt modelId="{842C6297-B531-446D-B350-A7D218BB58AC}" type="pres">
      <dgm:prSet presAssocID="{68210D73-1CEA-4F08-8DEE-CF6EC71787B4}" presName="Accent3" presStyleCnt="0"/>
      <dgm:spPr/>
    </dgm:pt>
    <dgm:pt modelId="{2CB1F048-48F9-4388-A150-18BF2D6FF67A}" type="pres">
      <dgm:prSet presAssocID="{68210D73-1CEA-4F08-8DEE-CF6EC71787B4}" presName="Accent" presStyleLbl="node1" presStyleIdx="2" presStyleCnt="3"/>
      <dgm:spPr>
        <a:ln>
          <a:noFill/>
        </a:ln>
      </dgm:spPr>
    </dgm:pt>
    <dgm:pt modelId="{4BD349CD-BC27-40CC-B753-327E310B9E43}" type="pres">
      <dgm:prSet presAssocID="{68210D73-1CEA-4F08-8DEE-CF6EC71787B4}" presName="Parent3" presStyleLbl="revTx" presStyleIdx="2" presStyleCnt="3">
        <dgm:presLayoutVars>
          <dgm:chMax val="1"/>
          <dgm:chPref val="1"/>
          <dgm:bulletEnabled val="1"/>
        </dgm:presLayoutVars>
      </dgm:prSet>
      <dgm:spPr/>
    </dgm:pt>
  </dgm:ptLst>
  <dgm:cxnLst>
    <dgm:cxn modelId="{5D2CDB0D-0895-4595-9F66-45D4AD4737B2}" srcId="{78D514A7-1C4E-41DC-B8ED-E35FD12EE621}" destId="{4944B4E9-8E5B-4E57-89B5-EFC7F59BA932}" srcOrd="1" destOrd="0" parTransId="{500C5695-C8E1-4088-BF43-D562C55E697C}" sibTransId="{1771E1B0-D81D-4687-ABDC-961E0DE9EDFF}"/>
    <dgm:cxn modelId="{EB606313-536A-492E-BABA-F06C45CB3621}" type="presOf" srcId="{68210D73-1CEA-4F08-8DEE-CF6EC71787B4}" destId="{4BD349CD-BC27-40CC-B753-327E310B9E43}" srcOrd="0" destOrd="0" presId="urn:microsoft.com/office/officeart/2009/layout/CircleArrowProcess"/>
    <dgm:cxn modelId="{F646E267-7148-4575-95BE-98E3CFCC3949}" type="presOf" srcId="{4944B4E9-8E5B-4E57-89B5-EFC7F59BA932}" destId="{FCC01F97-8BE3-4B0E-9D40-C22DDCFE500F}" srcOrd="0" destOrd="0" presId="urn:microsoft.com/office/officeart/2009/layout/CircleArrowProcess"/>
    <dgm:cxn modelId="{75F1B54C-F6AB-401E-9056-FC6664CB43BD}" srcId="{78D514A7-1C4E-41DC-B8ED-E35FD12EE621}" destId="{68210D73-1CEA-4F08-8DEE-CF6EC71787B4}" srcOrd="2" destOrd="0" parTransId="{2AB68AAB-4083-4D8C-847A-78EA7FBF3290}" sibTransId="{0E805BB3-97B7-44B7-9C37-A48632E21C7B}"/>
    <dgm:cxn modelId="{C3F4AD51-BD25-462E-8FF5-F4E02DD4CD8E}" srcId="{78D514A7-1C4E-41DC-B8ED-E35FD12EE621}" destId="{1F4022C0-8829-4329-80E4-7325660B795C}" srcOrd="0" destOrd="0" parTransId="{5C2BB57C-DC92-491D-AE44-C23EDC007162}" sibTransId="{C392950A-93EB-4387-B149-1B0BBDA994C7}"/>
    <dgm:cxn modelId="{8D7A1294-145B-47FC-B7EC-264ED87FA705}" type="presOf" srcId="{78D514A7-1C4E-41DC-B8ED-E35FD12EE621}" destId="{9E554793-A69B-4F49-97E3-0E07B29C485A}" srcOrd="0" destOrd="0" presId="urn:microsoft.com/office/officeart/2009/layout/CircleArrowProcess"/>
    <dgm:cxn modelId="{1AFC2DF1-6E75-4863-8659-0468B835157D}" type="presOf" srcId="{1F4022C0-8829-4329-80E4-7325660B795C}" destId="{BB6B9474-84E8-4F7D-BE58-070E0E9E91E2}" srcOrd="0" destOrd="0" presId="urn:microsoft.com/office/officeart/2009/layout/CircleArrowProcess"/>
    <dgm:cxn modelId="{8B23FC70-A97B-44E3-8259-7BC20594E0AA}" type="presParOf" srcId="{9E554793-A69B-4F49-97E3-0E07B29C485A}" destId="{2BA63A55-E317-4614-8639-57236CF78396}" srcOrd="0" destOrd="0" presId="urn:microsoft.com/office/officeart/2009/layout/CircleArrowProcess"/>
    <dgm:cxn modelId="{72749E71-064B-436D-BABC-1754FE5462D3}" type="presParOf" srcId="{2BA63A55-E317-4614-8639-57236CF78396}" destId="{430DC960-11DD-4A5D-8E1E-2FB8580D1AFF}" srcOrd="0" destOrd="0" presId="urn:microsoft.com/office/officeart/2009/layout/CircleArrowProcess"/>
    <dgm:cxn modelId="{AC980106-5B03-44C5-840F-FBBFC7BF619B}" type="presParOf" srcId="{9E554793-A69B-4F49-97E3-0E07B29C485A}" destId="{BB6B9474-84E8-4F7D-BE58-070E0E9E91E2}" srcOrd="1" destOrd="0" presId="urn:microsoft.com/office/officeart/2009/layout/CircleArrowProcess"/>
    <dgm:cxn modelId="{23CA890C-BAFC-453A-82D6-7B5B52B68A75}" type="presParOf" srcId="{9E554793-A69B-4F49-97E3-0E07B29C485A}" destId="{54978832-D3BE-4DF0-9967-E314310CF00B}" srcOrd="2" destOrd="0" presId="urn:microsoft.com/office/officeart/2009/layout/CircleArrowProcess"/>
    <dgm:cxn modelId="{F76A4B31-144B-470B-AC18-E72FEECABFF4}" type="presParOf" srcId="{54978832-D3BE-4DF0-9967-E314310CF00B}" destId="{ADD95EC0-54D2-47CC-8FCE-FB11074B3F1C}" srcOrd="0" destOrd="0" presId="urn:microsoft.com/office/officeart/2009/layout/CircleArrowProcess"/>
    <dgm:cxn modelId="{661E07D5-F689-4EFA-BFCD-AF16FDE4A455}" type="presParOf" srcId="{9E554793-A69B-4F49-97E3-0E07B29C485A}" destId="{FCC01F97-8BE3-4B0E-9D40-C22DDCFE500F}" srcOrd="3" destOrd="0" presId="urn:microsoft.com/office/officeart/2009/layout/CircleArrowProcess"/>
    <dgm:cxn modelId="{D0B6D58A-F685-4033-B35D-7FCDB242375C}" type="presParOf" srcId="{9E554793-A69B-4F49-97E3-0E07B29C485A}" destId="{842C6297-B531-446D-B350-A7D218BB58AC}" srcOrd="4" destOrd="0" presId="urn:microsoft.com/office/officeart/2009/layout/CircleArrowProcess"/>
    <dgm:cxn modelId="{8C6036E8-65D8-4CC0-AFF4-E895AE2701D6}" type="presParOf" srcId="{842C6297-B531-446D-B350-A7D218BB58AC}" destId="{2CB1F048-48F9-4388-A150-18BF2D6FF67A}" srcOrd="0" destOrd="0" presId="urn:microsoft.com/office/officeart/2009/layout/CircleArrowProcess"/>
    <dgm:cxn modelId="{773B8D2B-D8B2-462C-BCF4-B2CF8EE129D0}" type="presParOf" srcId="{9E554793-A69B-4F49-97E3-0E07B29C485A}" destId="{4BD349CD-BC27-40CC-B753-327E310B9E43}" srcOrd="5" destOrd="0" presId="urn:microsoft.com/office/officeart/2009/layout/CircleArrowProcess"/>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433D503-F24E-4341-AE55-398031FB1FB0}" type="doc">
      <dgm:prSet loTypeId="urn:microsoft.com/office/officeart/2009/layout/CircleArrowProcess" loCatId="process" qsTypeId="urn:microsoft.com/office/officeart/2005/8/quickstyle/simple5" qsCatId="simple" csTypeId="urn:microsoft.com/office/officeart/2005/8/colors/accent1_2" csCatId="accent1" phldr="1"/>
      <dgm:spPr/>
      <dgm:t>
        <a:bodyPr/>
        <a:lstStyle/>
        <a:p>
          <a:endParaRPr lang="en-US"/>
        </a:p>
      </dgm:t>
    </dgm:pt>
    <dgm:pt modelId="{10DACF5A-8811-43C1-A249-BA17DDB7D4AE}">
      <dgm:prSet phldrT="[Text]"/>
      <dgm:spPr/>
      <dgm:t>
        <a:bodyPr/>
        <a:lstStyle/>
        <a:p>
          <a:r>
            <a:rPr lang="en-US" dirty="0"/>
            <a:t> </a:t>
          </a:r>
        </a:p>
      </dgm:t>
    </dgm:pt>
    <dgm:pt modelId="{273A8A32-C09E-417C-A5A9-8FE861331743}" type="parTrans" cxnId="{3C970A26-47D9-49FA-AD52-FC89F09E731E}">
      <dgm:prSet/>
      <dgm:spPr/>
      <dgm:t>
        <a:bodyPr/>
        <a:lstStyle/>
        <a:p>
          <a:endParaRPr lang="en-US"/>
        </a:p>
      </dgm:t>
    </dgm:pt>
    <dgm:pt modelId="{9DCA3FD5-7D01-4715-AA35-30DA8F404A0B}" type="sibTrans" cxnId="{3C970A26-47D9-49FA-AD52-FC89F09E731E}">
      <dgm:prSet/>
      <dgm:spPr/>
      <dgm:t>
        <a:bodyPr/>
        <a:lstStyle/>
        <a:p>
          <a:endParaRPr lang="en-US"/>
        </a:p>
      </dgm:t>
    </dgm:pt>
    <dgm:pt modelId="{07AFB326-2F21-48AE-AE93-64FA81C44D48}">
      <dgm:prSet phldrT="[Text]"/>
      <dgm:spPr/>
      <dgm:t>
        <a:bodyPr/>
        <a:lstStyle/>
        <a:p>
          <a:r>
            <a:rPr lang="en-US" dirty="0"/>
            <a:t> </a:t>
          </a:r>
        </a:p>
      </dgm:t>
    </dgm:pt>
    <dgm:pt modelId="{90FE8512-686F-4715-BE65-5FCEAF606953}" type="parTrans" cxnId="{89A7B8BE-D5B5-4FA8-A9DD-82334734613B}">
      <dgm:prSet/>
      <dgm:spPr/>
      <dgm:t>
        <a:bodyPr/>
        <a:lstStyle/>
        <a:p>
          <a:endParaRPr lang="en-US"/>
        </a:p>
      </dgm:t>
    </dgm:pt>
    <dgm:pt modelId="{2495C9E3-DF14-492A-A0B4-461E985D7330}" type="sibTrans" cxnId="{89A7B8BE-D5B5-4FA8-A9DD-82334734613B}">
      <dgm:prSet/>
      <dgm:spPr/>
      <dgm:t>
        <a:bodyPr/>
        <a:lstStyle/>
        <a:p>
          <a:endParaRPr lang="en-US"/>
        </a:p>
      </dgm:t>
    </dgm:pt>
    <dgm:pt modelId="{791B91A4-2C7D-4CD5-956E-6D266DE6E5E2}">
      <dgm:prSet phldrT="[Text]"/>
      <dgm:spPr/>
      <dgm:t>
        <a:bodyPr/>
        <a:lstStyle/>
        <a:p>
          <a:r>
            <a:rPr lang="en-US" dirty="0"/>
            <a:t> </a:t>
          </a:r>
        </a:p>
      </dgm:t>
    </dgm:pt>
    <dgm:pt modelId="{A0DA8DC6-D635-4FE9-BC22-877F616C09AA}" type="parTrans" cxnId="{0F445A1B-7069-4E4A-8A85-C7AB72125015}">
      <dgm:prSet/>
      <dgm:spPr/>
      <dgm:t>
        <a:bodyPr/>
        <a:lstStyle/>
        <a:p>
          <a:endParaRPr lang="en-US"/>
        </a:p>
      </dgm:t>
    </dgm:pt>
    <dgm:pt modelId="{85A63BF1-701D-45B2-9656-02099EE42DC4}" type="sibTrans" cxnId="{0F445A1B-7069-4E4A-8A85-C7AB72125015}">
      <dgm:prSet/>
      <dgm:spPr/>
      <dgm:t>
        <a:bodyPr/>
        <a:lstStyle/>
        <a:p>
          <a:endParaRPr lang="en-US"/>
        </a:p>
      </dgm:t>
    </dgm:pt>
    <dgm:pt modelId="{48741894-1EBE-4EEE-950C-DBDFF0255676}" type="pres">
      <dgm:prSet presAssocID="{A433D503-F24E-4341-AE55-398031FB1FB0}" presName="Name0" presStyleCnt="0">
        <dgm:presLayoutVars>
          <dgm:chMax val="7"/>
          <dgm:chPref val="7"/>
          <dgm:dir/>
          <dgm:animLvl val="lvl"/>
        </dgm:presLayoutVars>
      </dgm:prSet>
      <dgm:spPr/>
    </dgm:pt>
    <dgm:pt modelId="{AD32AC31-B783-4809-95FF-0786869A3246}" type="pres">
      <dgm:prSet presAssocID="{10DACF5A-8811-43C1-A249-BA17DDB7D4AE}" presName="Accent1" presStyleCnt="0"/>
      <dgm:spPr/>
    </dgm:pt>
    <dgm:pt modelId="{225AF2BA-390E-400D-95D0-02947DE34CB0}" type="pres">
      <dgm:prSet presAssocID="{10DACF5A-8811-43C1-A249-BA17DDB7D4AE}" presName="Accent" presStyleLbl="node1" presStyleIdx="0" presStyleCnt="3"/>
      <dgm:spPr>
        <a:solidFill>
          <a:srgbClr val="3C5682"/>
        </a:solidFill>
      </dgm:spPr>
    </dgm:pt>
    <dgm:pt modelId="{F349D0E0-6D72-42CA-BE43-F781E4C32A18}" type="pres">
      <dgm:prSet presAssocID="{10DACF5A-8811-43C1-A249-BA17DDB7D4AE}" presName="Parent1" presStyleLbl="revTx" presStyleIdx="0" presStyleCnt="3">
        <dgm:presLayoutVars>
          <dgm:chMax val="1"/>
          <dgm:chPref val="1"/>
          <dgm:bulletEnabled val="1"/>
        </dgm:presLayoutVars>
      </dgm:prSet>
      <dgm:spPr/>
    </dgm:pt>
    <dgm:pt modelId="{B1B91E9E-C1E1-4CFC-9A6F-01092DCC31D4}" type="pres">
      <dgm:prSet presAssocID="{07AFB326-2F21-48AE-AE93-64FA81C44D48}" presName="Accent2" presStyleCnt="0"/>
      <dgm:spPr/>
    </dgm:pt>
    <dgm:pt modelId="{FA4A7576-93F5-4675-A132-2E85F3839A19}" type="pres">
      <dgm:prSet presAssocID="{07AFB326-2F21-48AE-AE93-64FA81C44D48}" presName="Accent" presStyleLbl="node1" presStyleIdx="1" presStyleCnt="3"/>
      <dgm:spPr>
        <a:solidFill>
          <a:srgbClr val="3C5682"/>
        </a:solidFill>
      </dgm:spPr>
    </dgm:pt>
    <dgm:pt modelId="{F7DCEA4E-BA1F-4AF0-8FBA-D22B51060030}" type="pres">
      <dgm:prSet presAssocID="{07AFB326-2F21-48AE-AE93-64FA81C44D48}" presName="Parent2" presStyleLbl="revTx" presStyleIdx="1" presStyleCnt="3">
        <dgm:presLayoutVars>
          <dgm:chMax val="1"/>
          <dgm:chPref val="1"/>
          <dgm:bulletEnabled val="1"/>
        </dgm:presLayoutVars>
      </dgm:prSet>
      <dgm:spPr/>
    </dgm:pt>
    <dgm:pt modelId="{DF02A948-4F0F-43E3-869E-FE47D57839EA}" type="pres">
      <dgm:prSet presAssocID="{791B91A4-2C7D-4CD5-956E-6D266DE6E5E2}" presName="Accent3" presStyleCnt="0"/>
      <dgm:spPr/>
    </dgm:pt>
    <dgm:pt modelId="{5B5D1D5D-945D-428A-B7A5-612BB4BAD07E}" type="pres">
      <dgm:prSet presAssocID="{791B91A4-2C7D-4CD5-956E-6D266DE6E5E2}" presName="Accent" presStyleLbl="node1" presStyleIdx="2" presStyleCnt="3"/>
      <dgm:spPr>
        <a:solidFill>
          <a:srgbClr val="3C5682"/>
        </a:solidFill>
      </dgm:spPr>
    </dgm:pt>
    <dgm:pt modelId="{03D27457-D020-4F4B-B9F0-F8FEC9FB792A}" type="pres">
      <dgm:prSet presAssocID="{791B91A4-2C7D-4CD5-956E-6D266DE6E5E2}" presName="Parent3" presStyleLbl="revTx" presStyleIdx="2" presStyleCnt="3">
        <dgm:presLayoutVars>
          <dgm:chMax val="1"/>
          <dgm:chPref val="1"/>
          <dgm:bulletEnabled val="1"/>
        </dgm:presLayoutVars>
      </dgm:prSet>
      <dgm:spPr/>
    </dgm:pt>
  </dgm:ptLst>
  <dgm:cxnLst>
    <dgm:cxn modelId="{5150F101-5B23-4D31-9458-D3213E5D88C6}" type="presOf" srcId="{07AFB326-2F21-48AE-AE93-64FA81C44D48}" destId="{F7DCEA4E-BA1F-4AF0-8FBA-D22B51060030}" srcOrd="0" destOrd="0" presId="urn:microsoft.com/office/officeart/2009/layout/CircleArrowProcess"/>
    <dgm:cxn modelId="{0F445A1B-7069-4E4A-8A85-C7AB72125015}" srcId="{A433D503-F24E-4341-AE55-398031FB1FB0}" destId="{791B91A4-2C7D-4CD5-956E-6D266DE6E5E2}" srcOrd="2" destOrd="0" parTransId="{A0DA8DC6-D635-4FE9-BC22-877F616C09AA}" sibTransId="{85A63BF1-701D-45B2-9656-02099EE42DC4}"/>
    <dgm:cxn modelId="{3C970A26-47D9-49FA-AD52-FC89F09E731E}" srcId="{A433D503-F24E-4341-AE55-398031FB1FB0}" destId="{10DACF5A-8811-43C1-A249-BA17DDB7D4AE}" srcOrd="0" destOrd="0" parTransId="{273A8A32-C09E-417C-A5A9-8FE861331743}" sibTransId="{9DCA3FD5-7D01-4715-AA35-30DA8F404A0B}"/>
    <dgm:cxn modelId="{4F252F9C-DFD6-4BC4-A9E7-FA4841AC1C8D}" type="presOf" srcId="{791B91A4-2C7D-4CD5-956E-6D266DE6E5E2}" destId="{03D27457-D020-4F4B-B9F0-F8FEC9FB792A}" srcOrd="0" destOrd="0" presId="urn:microsoft.com/office/officeart/2009/layout/CircleArrowProcess"/>
    <dgm:cxn modelId="{F29E2CA3-46C2-4A1B-912D-61C6A33AE536}" type="presOf" srcId="{10DACF5A-8811-43C1-A249-BA17DDB7D4AE}" destId="{F349D0E0-6D72-42CA-BE43-F781E4C32A18}" srcOrd="0" destOrd="0" presId="urn:microsoft.com/office/officeart/2009/layout/CircleArrowProcess"/>
    <dgm:cxn modelId="{89A7B8BE-D5B5-4FA8-A9DD-82334734613B}" srcId="{A433D503-F24E-4341-AE55-398031FB1FB0}" destId="{07AFB326-2F21-48AE-AE93-64FA81C44D48}" srcOrd="1" destOrd="0" parTransId="{90FE8512-686F-4715-BE65-5FCEAF606953}" sibTransId="{2495C9E3-DF14-492A-A0B4-461E985D7330}"/>
    <dgm:cxn modelId="{A64277CB-95DB-487D-BC2D-1BEB504DE597}" type="presOf" srcId="{A433D503-F24E-4341-AE55-398031FB1FB0}" destId="{48741894-1EBE-4EEE-950C-DBDFF0255676}" srcOrd="0" destOrd="0" presId="urn:microsoft.com/office/officeart/2009/layout/CircleArrowProcess"/>
    <dgm:cxn modelId="{63A8B0B5-022E-43ED-A89B-F183E2BA8C95}" type="presParOf" srcId="{48741894-1EBE-4EEE-950C-DBDFF0255676}" destId="{AD32AC31-B783-4809-95FF-0786869A3246}" srcOrd="0" destOrd="0" presId="urn:microsoft.com/office/officeart/2009/layout/CircleArrowProcess"/>
    <dgm:cxn modelId="{0E7194B3-88BE-4BC4-9959-61C046758056}" type="presParOf" srcId="{AD32AC31-B783-4809-95FF-0786869A3246}" destId="{225AF2BA-390E-400D-95D0-02947DE34CB0}" srcOrd="0" destOrd="0" presId="urn:microsoft.com/office/officeart/2009/layout/CircleArrowProcess"/>
    <dgm:cxn modelId="{9FD49425-6B77-43FD-8D71-E330221C3B98}" type="presParOf" srcId="{48741894-1EBE-4EEE-950C-DBDFF0255676}" destId="{F349D0E0-6D72-42CA-BE43-F781E4C32A18}" srcOrd="1" destOrd="0" presId="urn:microsoft.com/office/officeart/2009/layout/CircleArrowProcess"/>
    <dgm:cxn modelId="{11C02D76-4985-40A8-B656-71BF3481F986}" type="presParOf" srcId="{48741894-1EBE-4EEE-950C-DBDFF0255676}" destId="{B1B91E9E-C1E1-4CFC-9A6F-01092DCC31D4}" srcOrd="2" destOrd="0" presId="urn:microsoft.com/office/officeart/2009/layout/CircleArrowProcess"/>
    <dgm:cxn modelId="{008804CF-1EFF-4A09-91C2-6E4B366A7447}" type="presParOf" srcId="{B1B91E9E-C1E1-4CFC-9A6F-01092DCC31D4}" destId="{FA4A7576-93F5-4675-A132-2E85F3839A19}" srcOrd="0" destOrd="0" presId="urn:microsoft.com/office/officeart/2009/layout/CircleArrowProcess"/>
    <dgm:cxn modelId="{07BD5F26-289C-4C71-93A1-A2F26D1789D6}" type="presParOf" srcId="{48741894-1EBE-4EEE-950C-DBDFF0255676}" destId="{F7DCEA4E-BA1F-4AF0-8FBA-D22B51060030}" srcOrd="3" destOrd="0" presId="urn:microsoft.com/office/officeart/2009/layout/CircleArrowProcess"/>
    <dgm:cxn modelId="{4D450974-C8D3-464F-92D5-0FBD67230668}" type="presParOf" srcId="{48741894-1EBE-4EEE-950C-DBDFF0255676}" destId="{DF02A948-4F0F-43E3-869E-FE47D57839EA}" srcOrd="4" destOrd="0" presId="urn:microsoft.com/office/officeart/2009/layout/CircleArrowProcess"/>
    <dgm:cxn modelId="{84C81A60-A036-4941-8B16-9CA9B140938B}" type="presParOf" srcId="{DF02A948-4F0F-43E3-869E-FE47D57839EA}" destId="{5B5D1D5D-945D-428A-B7A5-612BB4BAD07E}" srcOrd="0" destOrd="0" presId="urn:microsoft.com/office/officeart/2009/layout/CircleArrowProcess"/>
    <dgm:cxn modelId="{B27D149B-3586-4009-8867-FA7A18CA0572}" type="presParOf" srcId="{48741894-1EBE-4EEE-950C-DBDFF0255676}" destId="{03D27457-D020-4F4B-B9F0-F8FEC9FB792A}" srcOrd="5"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501AC39-38F5-4CED-849E-5C3E08D34BD4}" type="doc">
      <dgm:prSet loTypeId="urn:microsoft.com/office/officeart/2005/8/layout/chart3" loCatId="relationship" qsTypeId="urn:microsoft.com/office/officeart/2005/8/quickstyle/simple1" qsCatId="simple" csTypeId="urn:microsoft.com/office/officeart/2005/8/colors/accent2_2" csCatId="accent2" phldr="1"/>
      <dgm:spPr/>
      <dgm:t>
        <a:bodyPr/>
        <a:lstStyle/>
        <a:p>
          <a:endParaRPr lang="en-US"/>
        </a:p>
      </dgm:t>
    </dgm:pt>
    <dgm:pt modelId="{CA642ED4-67C6-4DC7-AA79-F6329109CBAB}">
      <dgm:prSet phldrT="[Text]" custT="1"/>
      <dgm:spPr/>
      <dgm:t>
        <a:bodyPr/>
        <a:lstStyle/>
        <a:p>
          <a:endParaRPr lang="ar-SA" sz="1200" dirty="0"/>
        </a:p>
        <a:p>
          <a:endParaRPr lang="ar-SA" sz="1200" dirty="0"/>
        </a:p>
        <a:p>
          <a:r>
            <a:rPr lang="en-US" sz="1200" dirty="0"/>
            <a:t>Writing document content</a:t>
          </a:r>
        </a:p>
      </dgm:t>
    </dgm:pt>
    <dgm:pt modelId="{3BD1F5B0-1899-4B09-B8C4-7FF7A37C33DF}" type="parTrans" cxnId="{69A62E43-B8AE-4DC8-8C0D-43E53DC35B7D}">
      <dgm:prSet/>
      <dgm:spPr/>
      <dgm:t>
        <a:bodyPr/>
        <a:lstStyle/>
        <a:p>
          <a:endParaRPr lang="en-US" sz="1200"/>
        </a:p>
      </dgm:t>
    </dgm:pt>
    <dgm:pt modelId="{92E14E76-9196-4EB2-B1B2-581B5D02084D}" type="sibTrans" cxnId="{69A62E43-B8AE-4DC8-8C0D-43E53DC35B7D}">
      <dgm:prSet/>
      <dgm:spPr/>
      <dgm:t>
        <a:bodyPr/>
        <a:lstStyle/>
        <a:p>
          <a:endParaRPr lang="en-US" sz="1200"/>
        </a:p>
      </dgm:t>
    </dgm:pt>
    <dgm:pt modelId="{58E7D67C-4369-4703-9FFF-06845DB29E43}">
      <dgm:prSet custT="1"/>
      <dgm:spPr/>
      <dgm:t>
        <a:bodyPr/>
        <a:lstStyle/>
        <a:p>
          <a:endParaRPr lang="ar-SA" sz="1200" dirty="0"/>
        </a:p>
        <a:p>
          <a:endParaRPr lang="ar-SA" sz="1200" dirty="0"/>
        </a:p>
        <a:p>
          <a:endParaRPr lang="ar-SA" sz="1200" dirty="0"/>
        </a:p>
        <a:p>
          <a:r>
            <a:rPr lang="en-US" sz="1200" dirty="0"/>
            <a:t>Draft it in the required language</a:t>
          </a:r>
        </a:p>
      </dgm:t>
    </dgm:pt>
    <dgm:pt modelId="{5DE6170F-8D4C-4584-995C-9575717347B5}" type="parTrans" cxnId="{C53B7622-1CF9-417B-B2B4-0C5B33834F48}">
      <dgm:prSet/>
      <dgm:spPr/>
      <dgm:t>
        <a:bodyPr/>
        <a:lstStyle/>
        <a:p>
          <a:endParaRPr lang="en-US" sz="1200"/>
        </a:p>
      </dgm:t>
    </dgm:pt>
    <dgm:pt modelId="{669A2623-E7CA-485C-9148-75A06E072D7F}" type="sibTrans" cxnId="{C53B7622-1CF9-417B-B2B4-0C5B33834F48}">
      <dgm:prSet/>
      <dgm:spPr/>
      <dgm:t>
        <a:bodyPr/>
        <a:lstStyle/>
        <a:p>
          <a:endParaRPr lang="en-US" sz="1200"/>
        </a:p>
      </dgm:t>
    </dgm:pt>
    <dgm:pt modelId="{8443872F-EFE0-4DBE-81A6-B2B8563F734C}">
      <dgm:prSet custT="1"/>
      <dgm:spPr/>
      <dgm:t>
        <a:bodyPr/>
        <a:lstStyle/>
        <a:p>
          <a:endParaRPr lang="ar-SA" sz="1200" dirty="0"/>
        </a:p>
        <a:p>
          <a:endParaRPr lang="ar-SA" sz="1200" dirty="0"/>
        </a:p>
        <a:p>
          <a:endParaRPr lang="ar-SA" sz="1200" dirty="0"/>
        </a:p>
        <a:p>
          <a:r>
            <a:rPr lang="en-US" sz="1200" dirty="0"/>
            <a:t>Issuing the document after translation</a:t>
          </a:r>
        </a:p>
      </dgm:t>
    </dgm:pt>
    <dgm:pt modelId="{7283EFCF-A778-42E8-9527-7E523B309412}" type="parTrans" cxnId="{59B69E33-E5B7-4BB5-8B11-845897C86D16}">
      <dgm:prSet/>
      <dgm:spPr/>
      <dgm:t>
        <a:bodyPr/>
        <a:lstStyle/>
        <a:p>
          <a:endParaRPr lang="en-US" sz="1200"/>
        </a:p>
      </dgm:t>
    </dgm:pt>
    <dgm:pt modelId="{4DBAC071-856B-46F5-B0ED-89DC81514D64}" type="sibTrans" cxnId="{59B69E33-E5B7-4BB5-8B11-845897C86D16}">
      <dgm:prSet/>
      <dgm:spPr/>
      <dgm:t>
        <a:bodyPr/>
        <a:lstStyle/>
        <a:p>
          <a:endParaRPr lang="en-US" sz="1200"/>
        </a:p>
      </dgm:t>
    </dgm:pt>
    <dgm:pt modelId="{6B53CF22-C85E-4472-88BB-72F519D6B57A}" type="pres">
      <dgm:prSet presAssocID="{2501AC39-38F5-4CED-849E-5C3E08D34BD4}" presName="compositeShape" presStyleCnt="0">
        <dgm:presLayoutVars>
          <dgm:chMax val="7"/>
          <dgm:dir/>
          <dgm:resizeHandles val="exact"/>
        </dgm:presLayoutVars>
      </dgm:prSet>
      <dgm:spPr/>
    </dgm:pt>
    <dgm:pt modelId="{DFE7EAFB-1810-4F8F-8B18-ED33F6FCF6EB}" type="pres">
      <dgm:prSet presAssocID="{2501AC39-38F5-4CED-849E-5C3E08D34BD4}" presName="wedge1" presStyleLbl="node1" presStyleIdx="0" presStyleCnt="3"/>
      <dgm:spPr/>
    </dgm:pt>
    <dgm:pt modelId="{715D715E-7302-414B-B0D3-7BC8C75FEA8D}" type="pres">
      <dgm:prSet presAssocID="{2501AC39-38F5-4CED-849E-5C3E08D34BD4}" presName="wedge1Tx" presStyleLbl="node1" presStyleIdx="0" presStyleCnt="3">
        <dgm:presLayoutVars>
          <dgm:chMax val="0"/>
          <dgm:chPref val="0"/>
          <dgm:bulletEnabled val="1"/>
        </dgm:presLayoutVars>
      </dgm:prSet>
      <dgm:spPr/>
    </dgm:pt>
    <dgm:pt modelId="{43C59174-B188-4726-93FE-AF09EA4668BD}" type="pres">
      <dgm:prSet presAssocID="{2501AC39-38F5-4CED-849E-5C3E08D34BD4}" presName="wedge2" presStyleLbl="node1" presStyleIdx="1" presStyleCnt="3"/>
      <dgm:spPr/>
    </dgm:pt>
    <dgm:pt modelId="{2825D0C8-DD9B-49A3-B3CB-3408450AD92E}" type="pres">
      <dgm:prSet presAssocID="{2501AC39-38F5-4CED-849E-5C3E08D34BD4}" presName="wedge2Tx" presStyleLbl="node1" presStyleIdx="1" presStyleCnt="3">
        <dgm:presLayoutVars>
          <dgm:chMax val="0"/>
          <dgm:chPref val="0"/>
          <dgm:bulletEnabled val="1"/>
        </dgm:presLayoutVars>
      </dgm:prSet>
      <dgm:spPr/>
    </dgm:pt>
    <dgm:pt modelId="{EE9FEFA9-0F24-4DBE-80D3-05D34FAEB46B}" type="pres">
      <dgm:prSet presAssocID="{2501AC39-38F5-4CED-849E-5C3E08D34BD4}" presName="wedge3" presStyleLbl="node1" presStyleIdx="2" presStyleCnt="3"/>
      <dgm:spPr/>
    </dgm:pt>
    <dgm:pt modelId="{17446D8D-3384-4EBE-876C-BB3D63FA58E2}" type="pres">
      <dgm:prSet presAssocID="{2501AC39-38F5-4CED-849E-5C3E08D34BD4}" presName="wedge3Tx" presStyleLbl="node1" presStyleIdx="2" presStyleCnt="3">
        <dgm:presLayoutVars>
          <dgm:chMax val="0"/>
          <dgm:chPref val="0"/>
          <dgm:bulletEnabled val="1"/>
        </dgm:presLayoutVars>
      </dgm:prSet>
      <dgm:spPr/>
    </dgm:pt>
  </dgm:ptLst>
  <dgm:cxnLst>
    <dgm:cxn modelId="{FFFE4902-560F-4DF1-B4A0-48970C5A3D07}" type="presOf" srcId="{58E7D67C-4369-4703-9FFF-06845DB29E43}" destId="{2825D0C8-DD9B-49A3-B3CB-3408450AD92E}" srcOrd="1" destOrd="0" presId="urn:microsoft.com/office/officeart/2005/8/layout/chart3"/>
    <dgm:cxn modelId="{EF49CE07-12F4-4DFE-9312-896EA55E6207}" type="presOf" srcId="{2501AC39-38F5-4CED-849E-5C3E08D34BD4}" destId="{6B53CF22-C85E-4472-88BB-72F519D6B57A}" srcOrd="0" destOrd="0" presId="urn:microsoft.com/office/officeart/2005/8/layout/chart3"/>
    <dgm:cxn modelId="{68923D0D-ADBB-4E8B-AA17-2D7791A4F311}" type="presOf" srcId="{8443872F-EFE0-4DBE-81A6-B2B8563F734C}" destId="{DFE7EAFB-1810-4F8F-8B18-ED33F6FCF6EB}" srcOrd="0" destOrd="0" presId="urn:microsoft.com/office/officeart/2005/8/layout/chart3"/>
    <dgm:cxn modelId="{C53B7622-1CF9-417B-B2B4-0C5B33834F48}" srcId="{2501AC39-38F5-4CED-849E-5C3E08D34BD4}" destId="{58E7D67C-4369-4703-9FFF-06845DB29E43}" srcOrd="1" destOrd="0" parTransId="{5DE6170F-8D4C-4584-995C-9575717347B5}" sibTransId="{669A2623-E7CA-485C-9148-75A06E072D7F}"/>
    <dgm:cxn modelId="{59B69E33-E5B7-4BB5-8B11-845897C86D16}" srcId="{2501AC39-38F5-4CED-849E-5C3E08D34BD4}" destId="{8443872F-EFE0-4DBE-81A6-B2B8563F734C}" srcOrd="0" destOrd="0" parTransId="{7283EFCF-A778-42E8-9527-7E523B309412}" sibTransId="{4DBAC071-856B-46F5-B0ED-89DC81514D64}"/>
    <dgm:cxn modelId="{69A62E43-B8AE-4DC8-8C0D-43E53DC35B7D}" srcId="{2501AC39-38F5-4CED-849E-5C3E08D34BD4}" destId="{CA642ED4-67C6-4DC7-AA79-F6329109CBAB}" srcOrd="2" destOrd="0" parTransId="{3BD1F5B0-1899-4B09-B8C4-7FF7A37C33DF}" sibTransId="{92E14E76-9196-4EB2-B1B2-581B5D02084D}"/>
    <dgm:cxn modelId="{1327C44D-7542-432A-9B34-8DB95EFF321F}" type="presOf" srcId="{58E7D67C-4369-4703-9FFF-06845DB29E43}" destId="{43C59174-B188-4726-93FE-AF09EA4668BD}" srcOrd="0" destOrd="0" presId="urn:microsoft.com/office/officeart/2005/8/layout/chart3"/>
    <dgm:cxn modelId="{9AA8A7B8-6BB6-461B-84B1-9DF71B51B475}" type="presOf" srcId="{8443872F-EFE0-4DBE-81A6-B2B8563F734C}" destId="{715D715E-7302-414B-B0D3-7BC8C75FEA8D}" srcOrd="1" destOrd="0" presId="urn:microsoft.com/office/officeart/2005/8/layout/chart3"/>
    <dgm:cxn modelId="{6553D6E9-83FA-4B78-A14C-61F6A4C65F60}" type="presOf" srcId="{CA642ED4-67C6-4DC7-AA79-F6329109CBAB}" destId="{17446D8D-3384-4EBE-876C-BB3D63FA58E2}" srcOrd="1" destOrd="0" presId="urn:microsoft.com/office/officeart/2005/8/layout/chart3"/>
    <dgm:cxn modelId="{BF38DFEF-C8F9-416C-8E22-2DA6763ADCC4}" type="presOf" srcId="{CA642ED4-67C6-4DC7-AA79-F6329109CBAB}" destId="{EE9FEFA9-0F24-4DBE-80D3-05D34FAEB46B}" srcOrd="0" destOrd="0" presId="urn:microsoft.com/office/officeart/2005/8/layout/chart3"/>
    <dgm:cxn modelId="{33A217B1-DEDA-4871-9EAB-92AC6A6F7436}" type="presParOf" srcId="{6B53CF22-C85E-4472-88BB-72F519D6B57A}" destId="{DFE7EAFB-1810-4F8F-8B18-ED33F6FCF6EB}" srcOrd="0" destOrd="0" presId="urn:microsoft.com/office/officeart/2005/8/layout/chart3"/>
    <dgm:cxn modelId="{711467FD-DDE7-4410-90E6-CDFCC64FF203}" type="presParOf" srcId="{6B53CF22-C85E-4472-88BB-72F519D6B57A}" destId="{715D715E-7302-414B-B0D3-7BC8C75FEA8D}" srcOrd="1" destOrd="0" presId="urn:microsoft.com/office/officeart/2005/8/layout/chart3"/>
    <dgm:cxn modelId="{5D7F8BB4-89EE-479C-BB09-0884671FB4AC}" type="presParOf" srcId="{6B53CF22-C85E-4472-88BB-72F519D6B57A}" destId="{43C59174-B188-4726-93FE-AF09EA4668BD}" srcOrd="2" destOrd="0" presId="urn:microsoft.com/office/officeart/2005/8/layout/chart3"/>
    <dgm:cxn modelId="{C37DE3FA-A984-451A-B4FC-03FE6D11F044}" type="presParOf" srcId="{6B53CF22-C85E-4472-88BB-72F519D6B57A}" destId="{2825D0C8-DD9B-49A3-B3CB-3408450AD92E}" srcOrd="3" destOrd="0" presId="urn:microsoft.com/office/officeart/2005/8/layout/chart3"/>
    <dgm:cxn modelId="{9047CF89-C96D-460F-A351-47A2825820EA}" type="presParOf" srcId="{6B53CF22-C85E-4472-88BB-72F519D6B57A}" destId="{EE9FEFA9-0F24-4DBE-80D3-05D34FAEB46B}" srcOrd="4" destOrd="0" presId="urn:microsoft.com/office/officeart/2005/8/layout/chart3"/>
    <dgm:cxn modelId="{0F416F00-7A12-4B0A-970C-CF6FBBC4247D}" type="presParOf" srcId="{6B53CF22-C85E-4472-88BB-72F519D6B57A}" destId="{17446D8D-3384-4EBE-876C-BB3D63FA58E2}" srcOrd="5" destOrd="0" presId="urn:microsoft.com/office/officeart/2005/8/layout/char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3B6B668-C1D1-4EAC-AB52-6AC7D41979B6}" type="doc">
      <dgm:prSet loTypeId="urn:microsoft.com/office/officeart/2005/8/layout/gear1" loCatId="process" qsTypeId="urn:microsoft.com/office/officeart/2005/8/quickstyle/simple1" qsCatId="simple" csTypeId="urn:microsoft.com/office/officeart/2005/8/colors/accent1_2" csCatId="accent1" phldr="1"/>
      <dgm:spPr/>
    </dgm:pt>
    <dgm:pt modelId="{219D9CF3-5267-4197-BB03-488E01A63B63}">
      <dgm:prSet phldrT="[Text]" custT="1"/>
      <dgm:spPr>
        <a:solidFill>
          <a:srgbClr val="3C5682"/>
        </a:solidFill>
        <a:ln>
          <a:solidFill>
            <a:srgbClr val="909497"/>
          </a:solidFill>
        </a:ln>
      </dgm:spPr>
      <dgm:t>
        <a:bodyPr/>
        <a:lstStyle/>
        <a:p>
          <a:r>
            <a:rPr lang="en-US" sz="800" dirty="0"/>
            <a:t>Appointing</a:t>
          </a:r>
          <a:r>
            <a:rPr lang="en-US" sz="500" dirty="0"/>
            <a:t> </a:t>
          </a:r>
          <a:endParaRPr lang="ar-SA" sz="500" dirty="0"/>
        </a:p>
        <a:p>
          <a:r>
            <a:rPr lang="en-US" sz="700" dirty="0"/>
            <a:t>Temporary</a:t>
          </a:r>
          <a:endParaRPr lang="ar-SA" sz="700" dirty="0"/>
        </a:p>
        <a:p>
          <a:r>
            <a:rPr lang="en-US" sz="700" dirty="0"/>
            <a:t>Saudi General Manager </a:t>
          </a:r>
          <a:endParaRPr lang="ar-SA" sz="700" dirty="0"/>
        </a:p>
        <a:p>
          <a:r>
            <a:rPr lang="en-US" sz="600" dirty="0"/>
            <a:t>(as a service agent)</a:t>
          </a:r>
        </a:p>
      </dgm:t>
    </dgm:pt>
    <dgm:pt modelId="{A9DB9244-3449-4A5E-A346-C40FD48EF3D7}" type="parTrans" cxnId="{E3AD90CD-800A-4FC3-BEC3-670B6C079390}">
      <dgm:prSet/>
      <dgm:spPr/>
      <dgm:t>
        <a:bodyPr/>
        <a:lstStyle/>
        <a:p>
          <a:endParaRPr lang="en-US"/>
        </a:p>
      </dgm:t>
    </dgm:pt>
    <dgm:pt modelId="{593A0C68-1426-41C5-9611-EDECD4591AD0}" type="sibTrans" cxnId="{E3AD90CD-800A-4FC3-BEC3-670B6C079390}">
      <dgm:prSet/>
      <dgm:spPr>
        <a:solidFill>
          <a:srgbClr val="2683C6"/>
        </a:solidFill>
        <a:ln>
          <a:noFill/>
        </a:ln>
      </dgm:spPr>
      <dgm:t>
        <a:bodyPr/>
        <a:lstStyle/>
        <a:p>
          <a:endParaRPr lang="en-US"/>
        </a:p>
      </dgm:t>
    </dgm:pt>
    <dgm:pt modelId="{E9AB3DAF-42E0-464D-9363-620E40470696}">
      <dgm:prSet custT="1"/>
      <dgm:spPr>
        <a:solidFill>
          <a:srgbClr val="3C5682"/>
        </a:solidFill>
        <a:ln>
          <a:solidFill>
            <a:srgbClr val="909497"/>
          </a:solidFill>
        </a:ln>
      </dgm:spPr>
      <dgm:t>
        <a:bodyPr/>
        <a:lstStyle/>
        <a:p>
          <a:r>
            <a:rPr lang="en-US" sz="700" dirty="0"/>
            <a:t>Activation and issuance of visas and opening of the bank account</a:t>
          </a:r>
        </a:p>
      </dgm:t>
    </dgm:pt>
    <dgm:pt modelId="{771D5517-284A-4B43-97DA-0BA3DCAD42A6}" type="parTrans" cxnId="{FB46F0A7-7A15-4A64-AE4D-571C86B892A3}">
      <dgm:prSet/>
      <dgm:spPr/>
      <dgm:t>
        <a:bodyPr/>
        <a:lstStyle/>
        <a:p>
          <a:endParaRPr lang="en-US"/>
        </a:p>
      </dgm:t>
    </dgm:pt>
    <dgm:pt modelId="{D6B70E3D-E022-4CE2-BFFC-9010611F14A5}" type="sibTrans" cxnId="{FB46F0A7-7A15-4A64-AE4D-571C86B892A3}">
      <dgm:prSet/>
      <dgm:spPr>
        <a:solidFill>
          <a:srgbClr val="2683C6"/>
        </a:solidFill>
      </dgm:spPr>
      <dgm:t>
        <a:bodyPr/>
        <a:lstStyle/>
        <a:p>
          <a:endParaRPr lang="en-US"/>
        </a:p>
      </dgm:t>
    </dgm:pt>
    <dgm:pt modelId="{D1FA4101-BAC9-45E6-85B2-96BBF8D75267}">
      <dgm:prSet custT="1"/>
      <dgm:spPr>
        <a:solidFill>
          <a:srgbClr val="3C5682"/>
        </a:solidFill>
        <a:ln>
          <a:solidFill>
            <a:srgbClr val="909497"/>
          </a:solidFill>
        </a:ln>
      </dgm:spPr>
      <dgm:t>
        <a:bodyPr/>
        <a:lstStyle/>
        <a:p>
          <a:r>
            <a:rPr lang="en-US" sz="1200" dirty="0"/>
            <a:t>Removal of the Saudi General Manager</a:t>
          </a:r>
        </a:p>
      </dgm:t>
    </dgm:pt>
    <dgm:pt modelId="{6ABDAEAA-A4DA-43A7-B020-7052BF38CCED}" type="parTrans" cxnId="{93459A63-164F-49D9-9CD3-B8AB80FE1062}">
      <dgm:prSet/>
      <dgm:spPr/>
      <dgm:t>
        <a:bodyPr/>
        <a:lstStyle/>
        <a:p>
          <a:endParaRPr lang="en-US"/>
        </a:p>
      </dgm:t>
    </dgm:pt>
    <dgm:pt modelId="{676DE9D7-5924-4C2D-BD5C-596F5E2F3C3F}" type="sibTrans" cxnId="{93459A63-164F-49D9-9CD3-B8AB80FE1062}">
      <dgm:prSet/>
      <dgm:spPr>
        <a:solidFill>
          <a:srgbClr val="2683C6"/>
        </a:solidFill>
      </dgm:spPr>
      <dgm:t>
        <a:bodyPr/>
        <a:lstStyle/>
        <a:p>
          <a:endParaRPr lang="en-US"/>
        </a:p>
      </dgm:t>
    </dgm:pt>
    <dgm:pt modelId="{593A48FE-23CC-45CF-9663-68D223552302}" type="pres">
      <dgm:prSet presAssocID="{C3B6B668-C1D1-4EAC-AB52-6AC7D41979B6}" presName="composite" presStyleCnt="0">
        <dgm:presLayoutVars>
          <dgm:chMax val="3"/>
          <dgm:animLvl val="lvl"/>
          <dgm:resizeHandles val="exact"/>
        </dgm:presLayoutVars>
      </dgm:prSet>
      <dgm:spPr/>
    </dgm:pt>
    <dgm:pt modelId="{011F98EF-E9DD-4AB6-A412-A9283632B3F8}" type="pres">
      <dgm:prSet presAssocID="{D1FA4101-BAC9-45E6-85B2-96BBF8D75267}" presName="gear1" presStyleLbl="node1" presStyleIdx="0" presStyleCnt="3">
        <dgm:presLayoutVars>
          <dgm:chMax val="1"/>
          <dgm:bulletEnabled val="1"/>
        </dgm:presLayoutVars>
      </dgm:prSet>
      <dgm:spPr/>
    </dgm:pt>
    <dgm:pt modelId="{929230B4-3A52-421E-975B-7C7DA04F0858}" type="pres">
      <dgm:prSet presAssocID="{D1FA4101-BAC9-45E6-85B2-96BBF8D75267}" presName="gear1srcNode" presStyleLbl="node1" presStyleIdx="0" presStyleCnt="3"/>
      <dgm:spPr/>
    </dgm:pt>
    <dgm:pt modelId="{906BAE05-4F1C-4C70-BEDD-031DCEA1B66C}" type="pres">
      <dgm:prSet presAssocID="{D1FA4101-BAC9-45E6-85B2-96BBF8D75267}" presName="gear1dstNode" presStyleLbl="node1" presStyleIdx="0" presStyleCnt="3"/>
      <dgm:spPr/>
    </dgm:pt>
    <dgm:pt modelId="{BB9ED2DA-D9E7-47BB-A3DD-E050F621564F}" type="pres">
      <dgm:prSet presAssocID="{E9AB3DAF-42E0-464D-9363-620E40470696}" presName="gear2" presStyleLbl="node1" presStyleIdx="1" presStyleCnt="3">
        <dgm:presLayoutVars>
          <dgm:chMax val="1"/>
          <dgm:bulletEnabled val="1"/>
        </dgm:presLayoutVars>
      </dgm:prSet>
      <dgm:spPr/>
    </dgm:pt>
    <dgm:pt modelId="{BACECD5D-D85B-4DBC-9A0D-7DF63757B6AB}" type="pres">
      <dgm:prSet presAssocID="{E9AB3DAF-42E0-464D-9363-620E40470696}" presName="gear2srcNode" presStyleLbl="node1" presStyleIdx="1" presStyleCnt="3"/>
      <dgm:spPr/>
    </dgm:pt>
    <dgm:pt modelId="{7EA3E068-6615-46DD-8440-59DF77BD8611}" type="pres">
      <dgm:prSet presAssocID="{E9AB3DAF-42E0-464D-9363-620E40470696}" presName="gear2dstNode" presStyleLbl="node1" presStyleIdx="1" presStyleCnt="3"/>
      <dgm:spPr/>
    </dgm:pt>
    <dgm:pt modelId="{FBD76D40-FE20-411A-935B-365D79A0ABC6}" type="pres">
      <dgm:prSet presAssocID="{219D9CF3-5267-4197-BB03-488E01A63B63}" presName="gear3" presStyleLbl="node1" presStyleIdx="2" presStyleCnt="3"/>
      <dgm:spPr/>
    </dgm:pt>
    <dgm:pt modelId="{517A1B1C-EC4C-4515-93D9-5E3F35CD7680}" type="pres">
      <dgm:prSet presAssocID="{219D9CF3-5267-4197-BB03-488E01A63B63}" presName="gear3tx" presStyleLbl="node1" presStyleIdx="2" presStyleCnt="3">
        <dgm:presLayoutVars>
          <dgm:chMax val="1"/>
          <dgm:bulletEnabled val="1"/>
        </dgm:presLayoutVars>
      </dgm:prSet>
      <dgm:spPr/>
    </dgm:pt>
    <dgm:pt modelId="{A3206891-3CDD-4057-A346-46860C292AFF}" type="pres">
      <dgm:prSet presAssocID="{219D9CF3-5267-4197-BB03-488E01A63B63}" presName="gear3srcNode" presStyleLbl="node1" presStyleIdx="2" presStyleCnt="3"/>
      <dgm:spPr/>
    </dgm:pt>
    <dgm:pt modelId="{663EC77A-A50B-44D3-BD42-D66FA766F3BA}" type="pres">
      <dgm:prSet presAssocID="{219D9CF3-5267-4197-BB03-488E01A63B63}" presName="gear3dstNode" presStyleLbl="node1" presStyleIdx="2" presStyleCnt="3"/>
      <dgm:spPr/>
    </dgm:pt>
    <dgm:pt modelId="{FA7F6A7E-1FFC-49D7-A5FA-AB0B57824487}" type="pres">
      <dgm:prSet presAssocID="{676DE9D7-5924-4C2D-BD5C-596F5E2F3C3F}" presName="connector1" presStyleLbl="sibTrans2D1" presStyleIdx="0" presStyleCnt="3"/>
      <dgm:spPr/>
    </dgm:pt>
    <dgm:pt modelId="{60E9678F-0848-4A0D-9551-3D108B1C9555}" type="pres">
      <dgm:prSet presAssocID="{D6B70E3D-E022-4CE2-BFFC-9010611F14A5}" presName="connector2" presStyleLbl="sibTrans2D1" presStyleIdx="1" presStyleCnt="3"/>
      <dgm:spPr/>
    </dgm:pt>
    <dgm:pt modelId="{D6392FE5-92C6-4C46-A836-F665DAD10682}" type="pres">
      <dgm:prSet presAssocID="{593A0C68-1426-41C5-9611-EDECD4591AD0}" presName="connector3" presStyleLbl="sibTrans2D1" presStyleIdx="2" presStyleCnt="3"/>
      <dgm:spPr/>
    </dgm:pt>
  </dgm:ptLst>
  <dgm:cxnLst>
    <dgm:cxn modelId="{E7534712-80A5-4DBA-9A43-7B7C9A36387D}" type="presOf" srcId="{219D9CF3-5267-4197-BB03-488E01A63B63}" destId="{A3206891-3CDD-4057-A346-46860C292AFF}" srcOrd="2" destOrd="0" presId="urn:microsoft.com/office/officeart/2005/8/layout/gear1"/>
    <dgm:cxn modelId="{93459A63-164F-49D9-9CD3-B8AB80FE1062}" srcId="{C3B6B668-C1D1-4EAC-AB52-6AC7D41979B6}" destId="{D1FA4101-BAC9-45E6-85B2-96BBF8D75267}" srcOrd="0" destOrd="0" parTransId="{6ABDAEAA-A4DA-43A7-B020-7052BF38CCED}" sibTransId="{676DE9D7-5924-4C2D-BD5C-596F5E2F3C3F}"/>
    <dgm:cxn modelId="{777DCD48-421B-4289-AB5B-A86FFE8DEBBF}" type="presOf" srcId="{E9AB3DAF-42E0-464D-9363-620E40470696}" destId="{7EA3E068-6615-46DD-8440-59DF77BD8611}" srcOrd="2" destOrd="0" presId="urn:microsoft.com/office/officeart/2005/8/layout/gear1"/>
    <dgm:cxn modelId="{E5D6864D-2BF0-4A14-A0CA-62B859727411}" type="presOf" srcId="{219D9CF3-5267-4197-BB03-488E01A63B63}" destId="{FBD76D40-FE20-411A-935B-365D79A0ABC6}" srcOrd="0" destOrd="0" presId="urn:microsoft.com/office/officeart/2005/8/layout/gear1"/>
    <dgm:cxn modelId="{8FBE1071-72B3-4721-A019-00D6397DD3FE}" type="presOf" srcId="{E9AB3DAF-42E0-464D-9363-620E40470696}" destId="{BACECD5D-D85B-4DBC-9A0D-7DF63757B6AB}" srcOrd="1" destOrd="0" presId="urn:microsoft.com/office/officeart/2005/8/layout/gear1"/>
    <dgm:cxn modelId="{8BAEB873-B059-4DF8-891B-4AA3149D926A}" type="presOf" srcId="{D1FA4101-BAC9-45E6-85B2-96BBF8D75267}" destId="{929230B4-3A52-421E-975B-7C7DA04F0858}" srcOrd="1" destOrd="0" presId="urn:microsoft.com/office/officeart/2005/8/layout/gear1"/>
    <dgm:cxn modelId="{0F760E77-105C-45D8-870D-6B6A8FC73149}" type="presOf" srcId="{C3B6B668-C1D1-4EAC-AB52-6AC7D41979B6}" destId="{593A48FE-23CC-45CF-9663-68D223552302}" srcOrd="0" destOrd="0" presId="urn:microsoft.com/office/officeart/2005/8/layout/gear1"/>
    <dgm:cxn modelId="{6711017C-DC81-463F-81AB-DCB4EBC61CFD}" type="presOf" srcId="{219D9CF3-5267-4197-BB03-488E01A63B63}" destId="{517A1B1C-EC4C-4515-93D9-5E3F35CD7680}" srcOrd="1" destOrd="0" presId="urn:microsoft.com/office/officeart/2005/8/layout/gear1"/>
    <dgm:cxn modelId="{FB46F0A7-7A15-4A64-AE4D-571C86B892A3}" srcId="{C3B6B668-C1D1-4EAC-AB52-6AC7D41979B6}" destId="{E9AB3DAF-42E0-464D-9363-620E40470696}" srcOrd="1" destOrd="0" parTransId="{771D5517-284A-4B43-97DA-0BA3DCAD42A6}" sibTransId="{D6B70E3D-E022-4CE2-BFFC-9010611F14A5}"/>
    <dgm:cxn modelId="{D6D7B1B0-03BC-4DE7-81D5-FDCB746FE5AE}" type="presOf" srcId="{E9AB3DAF-42E0-464D-9363-620E40470696}" destId="{BB9ED2DA-D9E7-47BB-A3DD-E050F621564F}" srcOrd="0" destOrd="0" presId="urn:microsoft.com/office/officeart/2005/8/layout/gear1"/>
    <dgm:cxn modelId="{076242BF-1287-4982-8B4A-05E19815F108}" type="presOf" srcId="{219D9CF3-5267-4197-BB03-488E01A63B63}" destId="{663EC77A-A50B-44D3-BD42-D66FA766F3BA}" srcOrd="3" destOrd="0" presId="urn:microsoft.com/office/officeart/2005/8/layout/gear1"/>
    <dgm:cxn modelId="{FF8826C3-A026-4491-8367-AD385CED042C}" type="presOf" srcId="{D1FA4101-BAC9-45E6-85B2-96BBF8D75267}" destId="{011F98EF-E9DD-4AB6-A412-A9283632B3F8}" srcOrd="0" destOrd="0" presId="urn:microsoft.com/office/officeart/2005/8/layout/gear1"/>
    <dgm:cxn modelId="{E3AD90CD-800A-4FC3-BEC3-670B6C079390}" srcId="{C3B6B668-C1D1-4EAC-AB52-6AC7D41979B6}" destId="{219D9CF3-5267-4197-BB03-488E01A63B63}" srcOrd="2" destOrd="0" parTransId="{A9DB9244-3449-4A5E-A346-C40FD48EF3D7}" sibTransId="{593A0C68-1426-41C5-9611-EDECD4591AD0}"/>
    <dgm:cxn modelId="{0B8264DD-554B-4DD2-AD4C-4C3C42615DED}" type="presOf" srcId="{676DE9D7-5924-4C2D-BD5C-596F5E2F3C3F}" destId="{FA7F6A7E-1FFC-49D7-A5FA-AB0B57824487}" srcOrd="0" destOrd="0" presId="urn:microsoft.com/office/officeart/2005/8/layout/gear1"/>
    <dgm:cxn modelId="{576F98E5-B7E3-4345-9B80-C403377C9472}" type="presOf" srcId="{D6B70E3D-E022-4CE2-BFFC-9010611F14A5}" destId="{60E9678F-0848-4A0D-9551-3D108B1C9555}" srcOrd="0" destOrd="0" presId="urn:microsoft.com/office/officeart/2005/8/layout/gear1"/>
    <dgm:cxn modelId="{5C5EA4E7-5DEF-4D54-A017-7260F0858A93}" type="presOf" srcId="{D1FA4101-BAC9-45E6-85B2-96BBF8D75267}" destId="{906BAE05-4F1C-4C70-BEDD-031DCEA1B66C}" srcOrd="2" destOrd="0" presId="urn:microsoft.com/office/officeart/2005/8/layout/gear1"/>
    <dgm:cxn modelId="{62E32BEC-0CA3-4147-8BA1-560212BB04C4}" type="presOf" srcId="{593A0C68-1426-41C5-9611-EDECD4591AD0}" destId="{D6392FE5-92C6-4C46-A836-F665DAD10682}" srcOrd="0" destOrd="0" presId="urn:microsoft.com/office/officeart/2005/8/layout/gear1"/>
    <dgm:cxn modelId="{9D1543C6-B608-47CF-802D-CA70054F79FF}" type="presParOf" srcId="{593A48FE-23CC-45CF-9663-68D223552302}" destId="{011F98EF-E9DD-4AB6-A412-A9283632B3F8}" srcOrd="0" destOrd="0" presId="urn:microsoft.com/office/officeart/2005/8/layout/gear1"/>
    <dgm:cxn modelId="{B9583C3F-71E3-4615-AB46-D26393850D96}" type="presParOf" srcId="{593A48FE-23CC-45CF-9663-68D223552302}" destId="{929230B4-3A52-421E-975B-7C7DA04F0858}" srcOrd="1" destOrd="0" presId="urn:microsoft.com/office/officeart/2005/8/layout/gear1"/>
    <dgm:cxn modelId="{E240EECB-01BC-4859-A5FA-013DE66D5EF5}" type="presParOf" srcId="{593A48FE-23CC-45CF-9663-68D223552302}" destId="{906BAE05-4F1C-4C70-BEDD-031DCEA1B66C}" srcOrd="2" destOrd="0" presId="urn:microsoft.com/office/officeart/2005/8/layout/gear1"/>
    <dgm:cxn modelId="{538A77A9-A0F3-40AB-907D-5D916C866E84}" type="presParOf" srcId="{593A48FE-23CC-45CF-9663-68D223552302}" destId="{BB9ED2DA-D9E7-47BB-A3DD-E050F621564F}" srcOrd="3" destOrd="0" presId="urn:microsoft.com/office/officeart/2005/8/layout/gear1"/>
    <dgm:cxn modelId="{BEA5ED22-4D1A-4B30-B239-CE09B8D1346E}" type="presParOf" srcId="{593A48FE-23CC-45CF-9663-68D223552302}" destId="{BACECD5D-D85B-4DBC-9A0D-7DF63757B6AB}" srcOrd="4" destOrd="0" presId="urn:microsoft.com/office/officeart/2005/8/layout/gear1"/>
    <dgm:cxn modelId="{1CD817DF-4578-4831-B680-0C8D97CAE260}" type="presParOf" srcId="{593A48FE-23CC-45CF-9663-68D223552302}" destId="{7EA3E068-6615-46DD-8440-59DF77BD8611}" srcOrd="5" destOrd="0" presId="urn:microsoft.com/office/officeart/2005/8/layout/gear1"/>
    <dgm:cxn modelId="{611D1DD5-3186-41FD-82AF-65135F9EBD23}" type="presParOf" srcId="{593A48FE-23CC-45CF-9663-68D223552302}" destId="{FBD76D40-FE20-411A-935B-365D79A0ABC6}" srcOrd="6" destOrd="0" presId="urn:microsoft.com/office/officeart/2005/8/layout/gear1"/>
    <dgm:cxn modelId="{9EC32D0F-1F90-4F49-BADC-0248CD18FC79}" type="presParOf" srcId="{593A48FE-23CC-45CF-9663-68D223552302}" destId="{517A1B1C-EC4C-4515-93D9-5E3F35CD7680}" srcOrd="7" destOrd="0" presId="urn:microsoft.com/office/officeart/2005/8/layout/gear1"/>
    <dgm:cxn modelId="{6F525669-8B35-4ABC-9CD0-29CF63D3A981}" type="presParOf" srcId="{593A48FE-23CC-45CF-9663-68D223552302}" destId="{A3206891-3CDD-4057-A346-46860C292AFF}" srcOrd="8" destOrd="0" presId="urn:microsoft.com/office/officeart/2005/8/layout/gear1"/>
    <dgm:cxn modelId="{264DC1DF-D2E8-4D09-A103-CD36CB290253}" type="presParOf" srcId="{593A48FE-23CC-45CF-9663-68D223552302}" destId="{663EC77A-A50B-44D3-BD42-D66FA766F3BA}" srcOrd="9" destOrd="0" presId="urn:microsoft.com/office/officeart/2005/8/layout/gear1"/>
    <dgm:cxn modelId="{58DCD744-E653-4F2F-BE99-F08569860A70}" type="presParOf" srcId="{593A48FE-23CC-45CF-9663-68D223552302}" destId="{FA7F6A7E-1FFC-49D7-A5FA-AB0B57824487}" srcOrd="10" destOrd="0" presId="urn:microsoft.com/office/officeart/2005/8/layout/gear1"/>
    <dgm:cxn modelId="{D685779F-76E9-4997-91F7-DFA1F238D2DC}" type="presParOf" srcId="{593A48FE-23CC-45CF-9663-68D223552302}" destId="{60E9678F-0848-4A0D-9551-3D108B1C9555}" srcOrd="11" destOrd="0" presId="urn:microsoft.com/office/officeart/2005/8/layout/gear1"/>
    <dgm:cxn modelId="{BB64C578-4AD4-4398-9B1D-D233ECD2C914}" type="presParOf" srcId="{593A48FE-23CC-45CF-9663-68D223552302}" destId="{D6392FE5-92C6-4C46-A836-F665DAD10682}" srcOrd="12" destOrd="0" presId="urn:microsoft.com/office/officeart/2005/8/layout/gear1"/>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A0B2A5-25DE-4A78-858B-A5D455A27C1C}">
      <dsp:nvSpPr>
        <dsp:cNvPr id="0" name=""/>
        <dsp:cNvSpPr/>
      </dsp:nvSpPr>
      <dsp:spPr>
        <a:xfrm>
          <a:off x="739537" y="194210"/>
          <a:ext cx="2702559" cy="938563"/>
        </a:xfrm>
        <a:prstGeom prst="ellipse">
          <a:avLst/>
        </a:prstGeom>
        <a:solidFill>
          <a:schemeClr val="dk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96BF545-8043-4437-AD7E-288BBE9E1FAE}">
      <dsp:nvSpPr>
        <dsp:cNvPr id="0" name=""/>
        <dsp:cNvSpPr/>
      </dsp:nvSpPr>
      <dsp:spPr>
        <a:xfrm>
          <a:off x="1833131" y="2492433"/>
          <a:ext cx="523751" cy="335201"/>
        </a:xfrm>
        <a:prstGeom prst="downArrow">
          <a:avLst/>
        </a:prstGeom>
        <a:solidFill>
          <a:schemeClr val="dk2">
            <a:tint val="60000"/>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038AA0ED-3006-409A-BD8F-268CF884CC29}">
      <dsp:nvSpPr>
        <dsp:cNvPr id="0" name=""/>
        <dsp:cNvSpPr/>
      </dsp:nvSpPr>
      <dsp:spPr>
        <a:xfrm>
          <a:off x="838002" y="2760594"/>
          <a:ext cx="2514009" cy="6285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a:t> </a:t>
          </a:r>
          <a:endParaRPr lang="en-US" sz="2200" kern="1200" dirty="0"/>
        </a:p>
      </dsp:txBody>
      <dsp:txXfrm>
        <a:off x="838002" y="2760594"/>
        <a:ext cx="2514009" cy="628502"/>
      </dsp:txXfrm>
    </dsp:sp>
    <dsp:sp modelId="{8F8C5DC5-7EAE-4951-9953-545B25CA5947}">
      <dsp:nvSpPr>
        <dsp:cNvPr id="0" name=""/>
        <dsp:cNvSpPr/>
      </dsp:nvSpPr>
      <dsp:spPr>
        <a:xfrm>
          <a:off x="1722096" y="1205261"/>
          <a:ext cx="942753" cy="942753"/>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Send Documents</a:t>
          </a:r>
        </a:p>
      </dsp:txBody>
      <dsp:txXfrm>
        <a:off x="1860159" y="1343324"/>
        <a:ext cx="666627" cy="666627"/>
      </dsp:txXfrm>
    </dsp:sp>
    <dsp:sp modelId="{72CFC604-94E3-4C9E-8314-B21A94446F31}">
      <dsp:nvSpPr>
        <dsp:cNvPr id="0" name=""/>
        <dsp:cNvSpPr/>
      </dsp:nvSpPr>
      <dsp:spPr>
        <a:xfrm>
          <a:off x="1047503" y="497986"/>
          <a:ext cx="942753" cy="942753"/>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Receive Documents </a:t>
          </a:r>
        </a:p>
      </dsp:txBody>
      <dsp:txXfrm>
        <a:off x="1185566" y="636049"/>
        <a:ext cx="666627" cy="666627"/>
      </dsp:txXfrm>
    </dsp:sp>
    <dsp:sp modelId="{90945896-845B-4B2D-A384-C73CAC9176B2}">
      <dsp:nvSpPr>
        <dsp:cNvPr id="0" name=""/>
        <dsp:cNvSpPr/>
      </dsp:nvSpPr>
      <dsp:spPr>
        <a:xfrm>
          <a:off x="2011207" y="270049"/>
          <a:ext cx="942753" cy="942753"/>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Saudi Address </a:t>
          </a:r>
        </a:p>
      </dsp:txBody>
      <dsp:txXfrm>
        <a:off x="2149270" y="408112"/>
        <a:ext cx="666627" cy="666627"/>
      </dsp:txXfrm>
    </dsp:sp>
    <dsp:sp modelId="{986F339F-3CC3-4C36-B9D5-558A9A2690D3}">
      <dsp:nvSpPr>
        <dsp:cNvPr id="0" name=""/>
        <dsp:cNvSpPr/>
      </dsp:nvSpPr>
      <dsp:spPr>
        <a:xfrm>
          <a:off x="628502" y="78985"/>
          <a:ext cx="2933010" cy="2346408"/>
        </a:xfrm>
        <a:prstGeom prst="funnel">
          <a:avLst/>
        </a:prstGeom>
        <a:solidFill>
          <a:schemeClr val="lt2">
            <a:alpha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4BFBB5-329A-4699-9ABE-335061C245A3}">
      <dsp:nvSpPr>
        <dsp:cNvPr id="0" name=""/>
        <dsp:cNvSpPr/>
      </dsp:nvSpPr>
      <dsp:spPr>
        <a:xfrm>
          <a:off x="1034116" y="964640"/>
          <a:ext cx="1226099" cy="1060625"/>
        </a:xfrm>
        <a:prstGeom prst="hexagon">
          <a:avLst>
            <a:gd name="adj" fmla="val 28570"/>
            <a:gd name="vf" fmla="val 115470"/>
          </a:avLst>
        </a:prstGeom>
        <a:noFill/>
        <a:ln w="19050" cap="flat" cmpd="sng" algn="ctr">
          <a:solidFill>
            <a:srgbClr val="044969"/>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ar-SA" sz="600" kern="1200" dirty="0"/>
            <a:t> </a:t>
          </a:r>
          <a:endParaRPr lang="en-US" sz="600" kern="1200" dirty="0"/>
        </a:p>
      </dsp:txBody>
      <dsp:txXfrm>
        <a:off x="1237298" y="1140400"/>
        <a:ext cx="819735" cy="709105"/>
      </dsp:txXfrm>
    </dsp:sp>
    <dsp:sp modelId="{8140EC78-31D1-4740-9FB6-407F8A8178BD}">
      <dsp:nvSpPr>
        <dsp:cNvPr id="0" name=""/>
        <dsp:cNvSpPr/>
      </dsp:nvSpPr>
      <dsp:spPr>
        <a:xfrm>
          <a:off x="1801890" y="457202"/>
          <a:ext cx="462603" cy="398594"/>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FE87775-BC4E-42B7-BB34-E19A92DF52CD}">
      <dsp:nvSpPr>
        <dsp:cNvPr id="0" name=""/>
        <dsp:cNvSpPr/>
      </dsp:nvSpPr>
      <dsp:spPr>
        <a:xfrm>
          <a:off x="1147057" y="0"/>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Opening a bank account</a:t>
          </a:r>
        </a:p>
      </dsp:txBody>
      <dsp:txXfrm>
        <a:off x="1313570" y="144054"/>
        <a:ext cx="671753" cy="581144"/>
      </dsp:txXfrm>
    </dsp:sp>
    <dsp:sp modelId="{78BED010-68B4-413A-9D61-D8E0700976FF}">
      <dsp:nvSpPr>
        <dsp:cNvPr id="0" name=""/>
        <dsp:cNvSpPr/>
      </dsp:nvSpPr>
      <dsp:spPr>
        <a:xfrm>
          <a:off x="2341784" y="1202361"/>
          <a:ext cx="462603" cy="398594"/>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50AE742-436B-4439-884D-35C11BD52FA2}">
      <dsp:nvSpPr>
        <dsp:cNvPr id="0" name=""/>
        <dsp:cNvSpPr/>
      </dsp:nvSpPr>
      <dsp:spPr>
        <a:xfrm>
          <a:off x="2068557" y="534648"/>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Open sub accounts</a:t>
          </a:r>
        </a:p>
      </dsp:txBody>
      <dsp:txXfrm>
        <a:off x="2235070" y="678702"/>
        <a:ext cx="671753" cy="581144"/>
      </dsp:txXfrm>
    </dsp:sp>
    <dsp:sp modelId="{B04C9B16-1788-4E91-9ED2-33996947E60C}">
      <dsp:nvSpPr>
        <dsp:cNvPr id="0" name=""/>
        <dsp:cNvSpPr/>
      </dsp:nvSpPr>
      <dsp:spPr>
        <a:xfrm>
          <a:off x="1966738" y="2043506"/>
          <a:ext cx="462603" cy="398594"/>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95121D-C278-48B5-9673-D9F461207339}">
      <dsp:nvSpPr>
        <dsp:cNvPr id="0" name=""/>
        <dsp:cNvSpPr/>
      </dsp:nvSpPr>
      <dsp:spPr>
        <a:xfrm>
          <a:off x="2068557" y="1585705"/>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Bank account structuring</a:t>
          </a:r>
        </a:p>
      </dsp:txBody>
      <dsp:txXfrm>
        <a:off x="2235070" y="1729759"/>
        <a:ext cx="671753" cy="581144"/>
      </dsp:txXfrm>
    </dsp:sp>
    <dsp:sp modelId="{81FD8655-E82D-445A-8C4C-94FCF88D278E}">
      <dsp:nvSpPr>
        <dsp:cNvPr id="0" name=""/>
        <dsp:cNvSpPr/>
      </dsp:nvSpPr>
      <dsp:spPr>
        <a:xfrm>
          <a:off x="1036397" y="2130820"/>
          <a:ext cx="462603" cy="398594"/>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52B267-FD0C-4CBA-8F61-7BEEE475EF89}">
      <dsp:nvSpPr>
        <dsp:cNvPr id="0" name=""/>
        <dsp:cNvSpPr/>
      </dsp:nvSpPr>
      <dsp:spPr>
        <a:xfrm>
          <a:off x="1147057" y="2120952"/>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Activate electronic services</a:t>
          </a:r>
        </a:p>
      </dsp:txBody>
      <dsp:txXfrm>
        <a:off x="1313570" y="2265006"/>
        <a:ext cx="671753" cy="581144"/>
      </dsp:txXfrm>
    </dsp:sp>
    <dsp:sp modelId="{2810AF16-4676-442B-B3E7-A4CAB8370F9F}">
      <dsp:nvSpPr>
        <dsp:cNvPr id="0" name=""/>
        <dsp:cNvSpPr/>
      </dsp:nvSpPr>
      <dsp:spPr>
        <a:xfrm>
          <a:off x="487661" y="1385960"/>
          <a:ext cx="462603" cy="398594"/>
        </a:xfrm>
        <a:prstGeom prst="hexagon">
          <a:avLst>
            <a:gd name="adj" fmla="val 28900"/>
            <a:gd name="vf" fmla="val 115470"/>
          </a:avLst>
        </a:prstGeom>
        <a:solidFill>
          <a:schemeClr val="dk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E75B441-9AD0-4D80-80C1-3F03BC3B15AE}">
      <dsp:nvSpPr>
        <dsp:cNvPr id="0" name=""/>
        <dsp:cNvSpPr/>
      </dsp:nvSpPr>
      <dsp:spPr>
        <a:xfrm>
          <a:off x="221279" y="1586303"/>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Structuring users of electronic services</a:t>
          </a:r>
        </a:p>
      </dsp:txBody>
      <dsp:txXfrm>
        <a:off x="387792" y="1730357"/>
        <a:ext cx="671753" cy="581144"/>
      </dsp:txXfrm>
    </dsp:sp>
    <dsp:sp modelId="{31EDFC70-C751-461D-ABF1-C7F49D674A70}">
      <dsp:nvSpPr>
        <dsp:cNvPr id="0" name=""/>
        <dsp:cNvSpPr/>
      </dsp:nvSpPr>
      <dsp:spPr>
        <a:xfrm>
          <a:off x="221279" y="533452"/>
          <a:ext cx="1004779" cy="869252"/>
        </a:xfrm>
        <a:prstGeom prst="hexagon">
          <a:avLst>
            <a:gd name="adj" fmla="val 2857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266700">
            <a:lnSpc>
              <a:spcPct val="90000"/>
            </a:lnSpc>
            <a:spcBef>
              <a:spcPct val="0"/>
            </a:spcBef>
            <a:spcAft>
              <a:spcPct val="35000"/>
            </a:spcAft>
            <a:buNone/>
          </a:pPr>
          <a:r>
            <a:rPr lang="en-US" sz="600" kern="1200" dirty="0"/>
            <a:t>Signing of the salary agreement "Wages Protection System"</a:t>
          </a:r>
        </a:p>
      </dsp:txBody>
      <dsp:txXfrm>
        <a:off x="387792" y="677506"/>
        <a:ext cx="671753" cy="58114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D4C140-B8A6-4F09-8B29-42F2E9605AFD}">
      <dsp:nvSpPr>
        <dsp:cNvPr id="0" name=""/>
        <dsp:cNvSpPr/>
      </dsp:nvSpPr>
      <dsp:spPr>
        <a:xfrm rot="5400000">
          <a:off x="1746356" y="67821"/>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active company file in HRSD.</a:t>
          </a:r>
        </a:p>
      </dsp:txBody>
      <dsp:txXfrm rot="-5400000">
        <a:off x="1950055" y="160070"/>
        <a:ext cx="608180" cy="699057"/>
      </dsp:txXfrm>
    </dsp:sp>
    <dsp:sp modelId="{5A4B4936-D955-403F-B56F-ABAD7CEE9A71}">
      <dsp:nvSpPr>
        <dsp:cNvPr id="0" name=""/>
        <dsp:cNvSpPr/>
      </dsp:nvSpPr>
      <dsp:spPr>
        <a:xfrm>
          <a:off x="2722734" y="204924"/>
          <a:ext cx="1133386" cy="6093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ar-SA" sz="1000" kern="1200" dirty="0"/>
            <a:t> </a:t>
          </a:r>
          <a:endParaRPr lang="en-US" sz="1000" kern="1200" dirty="0"/>
        </a:p>
      </dsp:txBody>
      <dsp:txXfrm>
        <a:off x="2722734" y="204924"/>
        <a:ext cx="1133386" cy="609347"/>
      </dsp:txXfrm>
    </dsp:sp>
    <dsp:sp modelId="{71AED043-6D49-45F4-9F1D-EBA5866F27E8}">
      <dsp:nvSpPr>
        <dsp:cNvPr id="0" name=""/>
        <dsp:cNvSpPr/>
      </dsp:nvSpPr>
      <dsp:spPr>
        <a:xfrm rot="5400000">
          <a:off x="792118" y="67821"/>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995817" y="160070"/>
        <a:ext cx="608180" cy="699057"/>
      </dsp:txXfrm>
    </dsp:sp>
    <dsp:sp modelId="{9803EEF0-A6DB-4665-BAD9-EB8E559A7BEE}">
      <dsp:nvSpPr>
        <dsp:cNvPr id="0" name=""/>
        <dsp:cNvSpPr/>
      </dsp:nvSpPr>
      <dsp:spPr>
        <a:xfrm rot="5400000">
          <a:off x="1267409" y="929845"/>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Registration in QIWA Platform</a:t>
          </a:r>
          <a:r>
            <a:rPr lang="ar-SA" sz="1000" kern="1200" dirty="0"/>
            <a:t> </a:t>
          </a:r>
          <a:endParaRPr lang="en-US" sz="1000" kern="1200" dirty="0"/>
        </a:p>
      </dsp:txBody>
      <dsp:txXfrm rot="-5400000">
        <a:off x="1471108" y="1022094"/>
        <a:ext cx="608180" cy="699057"/>
      </dsp:txXfrm>
    </dsp:sp>
    <dsp:sp modelId="{FC0B0896-0F25-41D5-9ECF-9754BEF6A779}">
      <dsp:nvSpPr>
        <dsp:cNvPr id="0" name=""/>
        <dsp:cNvSpPr/>
      </dsp:nvSpPr>
      <dsp:spPr>
        <a:xfrm>
          <a:off x="200035" y="1066948"/>
          <a:ext cx="1096826" cy="609347"/>
        </a:xfrm>
        <a:prstGeom prst="rect">
          <a:avLst/>
        </a:prstGeom>
        <a:noFill/>
        <a:ln>
          <a:noFill/>
        </a:ln>
        <a:effectLst/>
      </dsp:spPr>
      <dsp:style>
        <a:lnRef idx="0">
          <a:scrgbClr r="0" g="0" b="0"/>
        </a:lnRef>
        <a:fillRef idx="0">
          <a:scrgbClr r="0" g="0" b="0"/>
        </a:fillRef>
        <a:effectRef idx="0">
          <a:scrgbClr r="0" g="0" b="0"/>
        </a:effectRef>
        <a:fontRef idx="minor"/>
      </dsp:style>
    </dsp:sp>
    <dsp:sp modelId="{3329C453-D44C-4F1A-8E34-242243EBFEB3}">
      <dsp:nvSpPr>
        <dsp:cNvPr id="0" name=""/>
        <dsp:cNvSpPr/>
      </dsp:nvSpPr>
      <dsp:spPr>
        <a:xfrm rot="5400000">
          <a:off x="2221647" y="929845"/>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2425346" y="1022094"/>
        <a:ext cx="608180" cy="699057"/>
      </dsp:txXfrm>
    </dsp:sp>
    <dsp:sp modelId="{3F7A61B7-5199-4DFD-8300-739A11DB1B23}">
      <dsp:nvSpPr>
        <dsp:cNvPr id="0" name=""/>
        <dsp:cNvSpPr/>
      </dsp:nvSpPr>
      <dsp:spPr>
        <a:xfrm rot="5400000">
          <a:off x="1746356" y="1791869"/>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active file for company in GOSI.</a:t>
          </a:r>
        </a:p>
      </dsp:txBody>
      <dsp:txXfrm rot="-5400000">
        <a:off x="1950055" y="1884118"/>
        <a:ext cx="608180" cy="699057"/>
      </dsp:txXfrm>
    </dsp:sp>
    <dsp:sp modelId="{E6999C8F-1C82-4507-9BC9-D3977E230C67}">
      <dsp:nvSpPr>
        <dsp:cNvPr id="0" name=""/>
        <dsp:cNvSpPr/>
      </dsp:nvSpPr>
      <dsp:spPr>
        <a:xfrm>
          <a:off x="2722734" y="1928972"/>
          <a:ext cx="1133386" cy="60934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ar-SA" sz="1000" kern="1200" dirty="0"/>
            <a:t> </a:t>
          </a:r>
          <a:endParaRPr lang="en-US" sz="1000" kern="1200" dirty="0"/>
        </a:p>
      </dsp:txBody>
      <dsp:txXfrm>
        <a:off x="2722734" y="1928972"/>
        <a:ext cx="1133386" cy="609347"/>
      </dsp:txXfrm>
    </dsp:sp>
    <dsp:sp modelId="{D816A49A-5F5B-479A-B320-B4A2F6B2253E}">
      <dsp:nvSpPr>
        <dsp:cNvPr id="0" name=""/>
        <dsp:cNvSpPr/>
      </dsp:nvSpPr>
      <dsp:spPr>
        <a:xfrm rot="5400000">
          <a:off x="792118" y="1791869"/>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995817" y="1884118"/>
        <a:ext cx="608180" cy="699057"/>
      </dsp:txXfrm>
    </dsp:sp>
    <dsp:sp modelId="{D2DC125D-A9FE-47A2-A63D-95EC7C00EE25}">
      <dsp:nvSpPr>
        <dsp:cNvPr id="0" name=""/>
        <dsp:cNvSpPr/>
      </dsp:nvSpPr>
      <dsp:spPr>
        <a:xfrm rot="5400000">
          <a:off x="1267409" y="2653893"/>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Registration in MUDAD a platform </a:t>
          </a:r>
        </a:p>
      </dsp:txBody>
      <dsp:txXfrm rot="-5400000">
        <a:off x="1471108" y="2746142"/>
        <a:ext cx="608180" cy="699057"/>
      </dsp:txXfrm>
    </dsp:sp>
    <dsp:sp modelId="{44A4B018-C449-441C-B16C-8ED351D72BA9}">
      <dsp:nvSpPr>
        <dsp:cNvPr id="0" name=""/>
        <dsp:cNvSpPr/>
      </dsp:nvSpPr>
      <dsp:spPr>
        <a:xfrm>
          <a:off x="200035" y="2790996"/>
          <a:ext cx="1096826" cy="609347"/>
        </a:xfrm>
        <a:prstGeom prst="rect">
          <a:avLst/>
        </a:prstGeom>
        <a:noFill/>
        <a:ln>
          <a:noFill/>
        </a:ln>
        <a:effectLst/>
      </dsp:spPr>
      <dsp:style>
        <a:lnRef idx="0">
          <a:scrgbClr r="0" g="0" b="0"/>
        </a:lnRef>
        <a:fillRef idx="0">
          <a:scrgbClr r="0" g="0" b="0"/>
        </a:fillRef>
        <a:effectRef idx="0">
          <a:scrgbClr r="0" g="0" b="0"/>
        </a:effectRef>
        <a:fontRef idx="minor"/>
      </dsp:style>
    </dsp:sp>
    <dsp:sp modelId="{90D409C4-C6DA-41E3-A4D0-4A68A5BB0DB5}">
      <dsp:nvSpPr>
        <dsp:cNvPr id="0" name=""/>
        <dsp:cNvSpPr/>
      </dsp:nvSpPr>
      <dsp:spPr>
        <a:xfrm rot="5400000">
          <a:off x="2221647" y="2653893"/>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2425346" y="2746142"/>
        <a:ext cx="608180" cy="699057"/>
      </dsp:txXfrm>
    </dsp:sp>
    <dsp:sp modelId="{63125130-E1F6-425E-8B20-383E1C663CB6}">
      <dsp:nvSpPr>
        <dsp:cNvPr id="0" name=""/>
        <dsp:cNvSpPr/>
      </dsp:nvSpPr>
      <dsp:spPr>
        <a:xfrm rot="5400000">
          <a:off x="1746356" y="3515917"/>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ctr" defTabSz="444500">
            <a:lnSpc>
              <a:spcPct val="90000"/>
            </a:lnSpc>
            <a:spcBef>
              <a:spcPct val="0"/>
            </a:spcBef>
            <a:spcAft>
              <a:spcPct val="35000"/>
            </a:spcAft>
            <a:buNone/>
          </a:pPr>
          <a:r>
            <a:rPr lang="en-US" sz="1000" kern="1200" dirty="0"/>
            <a:t>Registration in MUQEEM platform </a:t>
          </a:r>
        </a:p>
      </dsp:txBody>
      <dsp:txXfrm rot="-5400000">
        <a:off x="1950055" y="3608166"/>
        <a:ext cx="608180" cy="699057"/>
      </dsp:txXfrm>
    </dsp:sp>
    <dsp:sp modelId="{09646C64-C98F-4A06-9B9D-00EBE27D07BE}">
      <dsp:nvSpPr>
        <dsp:cNvPr id="0" name=""/>
        <dsp:cNvSpPr/>
      </dsp:nvSpPr>
      <dsp:spPr>
        <a:xfrm>
          <a:off x="2722734" y="3653020"/>
          <a:ext cx="1133386" cy="609347"/>
        </a:xfrm>
        <a:prstGeom prst="rect">
          <a:avLst/>
        </a:prstGeom>
        <a:noFill/>
        <a:ln>
          <a:noFill/>
        </a:ln>
        <a:effectLst/>
      </dsp:spPr>
      <dsp:style>
        <a:lnRef idx="0">
          <a:scrgbClr r="0" g="0" b="0"/>
        </a:lnRef>
        <a:fillRef idx="0">
          <a:scrgbClr r="0" g="0" b="0"/>
        </a:fillRef>
        <a:effectRef idx="0">
          <a:scrgbClr r="0" g="0" b="0"/>
        </a:effectRef>
        <a:fontRef idx="minor"/>
      </dsp:style>
    </dsp:sp>
    <dsp:sp modelId="{3AD4967F-7AC8-4EC5-A0E9-FA9BABBD1D21}">
      <dsp:nvSpPr>
        <dsp:cNvPr id="0" name=""/>
        <dsp:cNvSpPr/>
      </dsp:nvSpPr>
      <dsp:spPr>
        <a:xfrm rot="5400000">
          <a:off x="792118" y="3515917"/>
          <a:ext cx="1015579" cy="883554"/>
        </a:xfrm>
        <a:prstGeom prst="hexagon">
          <a:avLst>
            <a:gd name="adj" fmla="val 25000"/>
            <a:gd name="vf" fmla="val 11547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995817" y="3608166"/>
        <a:ext cx="608180" cy="6990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179313-0E43-40FC-A387-0F3D9554728D}">
      <dsp:nvSpPr>
        <dsp:cNvPr id="0" name=""/>
        <dsp:cNvSpPr/>
      </dsp:nvSpPr>
      <dsp:spPr>
        <a:xfrm>
          <a:off x="1706229" y="1171768"/>
          <a:ext cx="1432161" cy="1432161"/>
        </a:xfrm>
        <a:prstGeom prst="gear9">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88950">
            <a:lnSpc>
              <a:spcPct val="90000"/>
            </a:lnSpc>
            <a:spcBef>
              <a:spcPct val="0"/>
            </a:spcBef>
            <a:spcAft>
              <a:spcPct val="35000"/>
            </a:spcAft>
            <a:buNone/>
          </a:pPr>
          <a:r>
            <a:rPr lang="en-US" sz="1100" kern="1200" dirty="0"/>
            <a:t>Choose &amp; Interview of Candidate</a:t>
          </a:r>
        </a:p>
      </dsp:txBody>
      <dsp:txXfrm>
        <a:off x="1994157" y="1507245"/>
        <a:ext cx="856305" cy="736160"/>
      </dsp:txXfrm>
    </dsp:sp>
    <dsp:sp modelId="{9A2394E2-B648-4177-9F9E-5A9F28D9D31D}">
      <dsp:nvSpPr>
        <dsp:cNvPr id="0" name=""/>
        <dsp:cNvSpPr/>
      </dsp:nvSpPr>
      <dsp:spPr>
        <a:xfrm>
          <a:off x="798004" y="790438"/>
          <a:ext cx="1191506" cy="1127210"/>
        </a:xfrm>
        <a:prstGeom prst="gear6">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3970" tIns="13970" rIns="13970" bIns="13970" numCol="1" spcCol="1270" anchor="ctr" anchorCtr="0">
          <a:noAutofit/>
        </a:bodyPr>
        <a:lstStyle/>
        <a:p>
          <a:pPr marL="0" lvl="0" indent="0" algn="ctr" defTabSz="466725">
            <a:lnSpc>
              <a:spcPct val="90000"/>
            </a:lnSpc>
            <a:spcBef>
              <a:spcPct val="0"/>
            </a:spcBef>
            <a:spcAft>
              <a:spcPct val="35000"/>
            </a:spcAft>
            <a:buNone/>
          </a:pPr>
          <a:r>
            <a:rPr lang="en-US" sz="1050" kern="1200" dirty="0"/>
            <a:t>Personnel affairs</a:t>
          </a:r>
        </a:p>
      </dsp:txBody>
      <dsp:txXfrm>
        <a:off x="1091129" y="1075932"/>
        <a:ext cx="605256" cy="556222"/>
      </dsp:txXfrm>
    </dsp:sp>
    <dsp:sp modelId="{71AD179B-7E54-470C-B51B-9CFB306A3D6F}">
      <dsp:nvSpPr>
        <dsp:cNvPr id="0" name=""/>
        <dsp:cNvSpPr/>
      </dsp:nvSpPr>
      <dsp:spPr>
        <a:xfrm rot="20700000">
          <a:off x="1456358" y="114679"/>
          <a:ext cx="1020527" cy="1020527"/>
        </a:xfrm>
        <a:prstGeom prst="gear6">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Support them from HADF </a:t>
          </a:r>
          <a:r>
            <a:rPr lang="en-US" sz="700" kern="1200" dirty="0"/>
            <a:t>if they are citizens</a:t>
          </a:r>
          <a:endParaRPr lang="en-US" sz="1000" kern="1200" dirty="0"/>
        </a:p>
      </dsp:txBody>
      <dsp:txXfrm rot="-20700000">
        <a:off x="1680190" y="338510"/>
        <a:ext cx="572864" cy="572864"/>
      </dsp:txXfrm>
    </dsp:sp>
    <dsp:sp modelId="{C9A87C80-9BF1-48E2-A63C-297CA292001A}">
      <dsp:nvSpPr>
        <dsp:cNvPr id="0" name=""/>
        <dsp:cNvSpPr/>
      </dsp:nvSpPr>
      <dsp:spPr>
        <a:xfrm>
          <a:off x="1579546" y="964910"/>
          <a:ext cx="1833166" cy="1833166"/>
        </a:xfrm>
        <a:prstGeom prst="circularArrow">
          <a:avLst>
            <a:gd name="adj1" fmla="val 4687"/>
            <a:gd name="adj2" fmla="val 299029"/>
            <a:gd name="adj3" fmla="val 2460180"/>
            <a:gd name="adj4" fmla="val 15987632"/>
            <a:gd name="adj5" fmla="val 5469"/>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7D6CFF5-1BEA-407A-BC73-5D3AD6D5D53E}">
      <dsp:nvSpPr>
        <dsp:cNvPr id="0" name=""/>
        <dsp:cNvSpPr/>
      </dsp:nvSpPr>
      <dsp:spPr>
        <a:xfrm>
          <a:off x="628468" y="606585"/>
          <a:ext cx="1331910" cy="1331910"/>
        </a:xfrm>
        <a:prstGeom prst="leftCircularArrow">
          <a:avLst>
            <a:gd name="adj1" fmla="val 6452"/>
            <a:gd name="adj2" fmla="val 429999"/>
            <a:gd name="adj3" fmla="val 10489124"/>
            <a:gd name="adj4" fmla="val 14837806"/>
            <a:gd name="adj5" fmla="val 7527"/>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55DEC72-90C9-4667-AF43-AC3700BD33AA}">
      <dsp:nvSpPr>
        <dsp:cNvPr id="0" name=""/>
        <dsp:cNvSpPr/>
      </dsp:nvSpPr>
      <dsp:spPr>
        <a:xfrm>
          <a:off x="1220299" y="-102029"/>
          <a:ext cx="1436067" cy="1436067"/>
        </a:xfrm>
        <a:prstGeom prst="circularArrow">
          <a:avLst>
            <a:gd name="adj1" fmla="val 5984"/>
            <a:gd name="adj2" fmla="val 394124"/>
            <a:gd name="adj3" fmla="val 13313824"/>
            <a:gd name="adj4" fmla="val 10508221"/>
            <a:gd name="adj5" fmla="val 6981"/>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02A648-C0E2-4C82-86CD-E62AF7AA7D81}">
      <dsp:nvSpPr>
        <dsp:cNvPr id="0" name=""/>
        <dsp:cNvSpPr/>
      </dsp:nvSpPr>
      <dsp:spPr>
        <a:xfrm>
          <a:off x="900970" y="139180"/>
          <a:ext cx="2762193" cy="959273"/>
        </a:xfrm>
        <a:prstGeom prst="ellipse">
          <a:avLst/>
        </a:prstGeom>
        <a:solidFill>
          <a:schemeClr val="dk2">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8901F6-DBC7-49FC-9CFB-FB854A2D87D6}">
      <dsp:nvSpPr>
        <dsp:cNvPr id="0" name=""/>
        <dsp:cNvSpPr/>
      </dsp:nvSpPr>
      <dsp:spPr>
        <a:xfrm>
          <a:off x="2018695" y="2488115"/>
          <a:ext cx="535308" cy="342597"/>
        </a:xfrm>
        <a:prstGeom prst="downArrow">
          <a:avLst/>
        </a:prstGeom>
        <a:solidFill>
          <a:schemeClr val="dk2">
            <a:tint val="60000"/>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68970FDF-2473-4AA2-9517-0103867D6CCF}">
      <dsp:nvSpPr>
        <dsp:cNvPr id="0" name=""/>
        <dsp:cNvSpPr/>
      </dsp:nvSpPr>
      <dsp:spPr>
        <a:xfrm>
          <a:off x="1001608" y="2762193"/>
          <a:ext cx="2569482" cy="6423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sz="2200" kern="1200" dirty="0"/>
            <a:t> </a:t>
          </a:r>
        </a:p>
      </dsp:txBody>
      <dsp:txXfrm>
        <a:off x="1001608" y="2762193"/>
        <a:ext cx="2569482" cy="642370"/>
      </dsp:txXfrm>
    </dsp:sp>
    <dsp:sp modelId="{12A40CA7-7BD2-4092-837D-3940E38B9A82}">
      <dsp:nvSpPr>
        <dsp:cNvPr id="0" name=""/>
        <dsp:cNvSpPr/>
      </dsp:nvSpPr>
      <dsp:spPr>
        <a:xfrm>
          <a:off x="1905209" y="1172540"/>
          <a:ext cx="963556" cy="963556"/>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Operations &amp; Contracts</a:t>
          </a:r>
        </a:p>
      </dsp:txBody>
      <dsp:txXfrm>
        <a:off x="2046319" y="1313650"/>
        <a:ext cx="681336" cy="681336"/>
      </dsp:txXfrm>
    </dsp:sp>
    <dsp:sp modelId="{E25959F0-CCFF-4ADE-ADBB-B6017394871A}">
      <dsp:nvSpPr>
        <dsp:cNvPr id="0" name=""/>
        <dsp:cNvSpPr/>
      </dsp:nvSpPr>
      <dsp:spPr>
        <a:xfrm>
          <a:off x="1215731" y="449659"/>
          <a:ext cx="963556" cy="963556"/>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Human Resources </a:t>
          </a:r>
        </a:p>
      </dsp:txBody>
      <dsp:txXfrm>
        <a:off x="1356841" y="590769"/>
        <a:ext cx="681336" cy="681336"/>
      </dsp:txXfrm>
    </dsp:sp>
    <dsp:sp modelId="{16A04547-7A2A-41E6-B302-209BD2651F29}">
      <dsp:nvSpPr>
        <dsp:cNvPr id="0" name=""/>
        <dsp:cNvSpPr/>
      </dsp:nvSpPr>
      <dsp:spPr>
        <a:xfrm>
          <a:off x="2200700" y="216693"/>
          <a:ext cx="963556" cy="963556"/>
        </a:xfrm>
        <a:prstGeom prst="ellipse">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400050">
            <a:lnSpc>
              <a:spcPct val="90000"/>
            </a:lnSpc>
            <a:spcBef>
              <a:spcPct val="0"/>
            </a:spcBef>
            <a:spcAft>
              <a:spcPct val="35000"/>
            </a:spcAft>
            <a:buNone/>
          </a:pPr>
          <a:r>
            <a:rPr lang="en-US" sz="900" kern="1200" dirty="0"/>
            <a:t>Financial </a:t>
          </a:r>
        </a:p>
      </dsp:txBody>
      <dsp:txXfrm>
        <a:off x="2341810" y="357803"/>
        <a:ext cx="681336" cy="681336"/>
      </dsp:txXfrm>
    </dsp:sp>
    <dsp:sp modelId="{73B1F34E-6C42-423A-BE3E-BE9274973E81}">
      <dsp:nvSpPr>
        <dsp:cNvPr id="0" name=""/>
        <dsp:cNvSpPr/>
      </dsp:nvSpPr>
      <dsp:spPr>
        <a:xfrm>
          <a:off x="787484" y="21412"/>
          <a:ext cx="2997729" cy="2398183"/>
        </a:xfrm>
        <a:prstGeom prst="funnel">
          <a:avLst/>
        </a:prstGeom>
        <a:solidFill>
          <a:schemeClr val="lt2">
            <a:alpha val="4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30DC960-11DD-4A5D-8E1E-2FB8580D1AFF}">
      <dsp:nvSpPr>
        <dsp:cNvPr id="0" name=""/>
        <dsp:cNvSpPr/>
      </dsp:nvSpPr>
      <dsp:spPr>
        <a:xfrm>
          <a:off x="950945" y="1254645"/>
          <a:ext cx="1645689" cy="1645939"/>
        </a:xfrm>
        <a:prstGeom prst="circularArrow">
          <a:avLst>
            <a:gd name="adj1" fmla="val 10980"/>
            <a:gd name="adj2" fmla="val 1142322"/>
            <a:gd name="adj3" fmla="val 4500000"/>
            <a:gd name="adj4" fmla="val 10800000"/>
            <a:gd name="adj5" fmla="val 12500"/>
          </a:avLst>
        </a:prstGeom>
        <a:solidFill>
          <a:schemeClr val="dk2">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B6B9474-84E8-4F7D-BE58-070E0E9E91E2}">
      <dsp:nvSpPr>
        <dsp:cNvPr id="0" name=""/>
        <dsp:cNvSpPr/>
      </dsp:nvSpPr>
      <dsp:spPr>
        <a:xfrm>
          <a:off x="1314696" y="1848879"/>
          <a:ext cx="914477" cy="457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 </a:t>
          </a:r>
        </a:p>
      </dsp:txBody>
      <dsp:txXfrm>
        <a:off x="1314696" y="1848879"/>
        <a:ext cx="914477" cy="457129"/>
      </dsp:txXfrm>
    </dsp:sp>
    <dsp:sp modelId="{ADD95EC0-54D2-47CC-8FCE-FB11074B3F1C}">
      <dsp:nvSpPr>
        <dsp:cNvPr id="0" name=""/>
        <dsp:cNvSpPr/>
      </dsp:nvSpPr>
      <dsp:spPr>
        <a:xfrm>
          <a:off x="493861" y="2200360"/>
          <a:ext cx="1645689" cy="1645939"/>
        </a:xfrm>
        <a:prstGeom prst="leftCircularArrow">
          <a:avLst>
            <a:gd name="adj1" fmla="val 10980"/>
            <a:gd name="adj2" fmla="val 1142322"/>
            <a:gd name="adj3" fmla="val 6300000"/>
            <a:gd name="adj4" fmla="val 18900000"/>
            <a:gd name="adj5" fmla="val 12500"/>
          </a:avLst>
        </a:prstGeom>
        <a:solidFill>
          <a:schemeClr val="dk2">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CC01F97-8BE3-4B0E-9D40-C22DDCFE500F}">
      <dsp:nvSpPr>
        <dsp:cNvPr id="0" name=""/>
        <dsp:cNvSpPr/>
      </dsp:nvSpPr>
      <dsp:spPr>
        <a:xfrm>
          <a:off x="859466" y="2800064"/>
          <a:ext cx="914477" cy="457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 </a:t>
          </a:r>
        </a:p>
      </dsp:txBody>
      <dsp:txXfrm>
        <a:off x="859466" y="2800064"/>
        <a:ext cx="914477" cy="457129"/>
      </dsp:txXfrm>
    </dsp:sp>
    <dsp:sp modelId="{2CB1F048-48F9-4388-A150-18BF2D6FF67A}">
      <dsp:nvSpPr>
        <dsp:cNvPr id="0" name=""/>
        <dsp:cNvSpPr/>
      </dsp:nvSpPr>
      <dsp:spPr>
        <a:xfrm>
          <a:off x="1068075" y="3259245"/>
          <a:ext cx="1413901" cy="1414468"/>
        </a:xfrm>
        <a:prstGeom prst="blockArc">
          <a:avLst>
            <a:gd name="adj1" fmla="val 13500000"/>
            <a:gd name="adj2" fmla="val 10800000"/>
            <a:gd name="adj3" fmla="val 12740"/>
          </a:avLst>
        </a:prstGeom>
        <a:solidFill>
          <a:schemeClr val="dk2">
            <a:hueOff val="0"/>
            <a:satOff val="0"/>
            <a:lumOff val="0"/>
            <a:alphaOff val="0"/>
          </a:schemeClr>
        </a:solid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D349CD-BC27-40CC-B753-327E310B9E43}">
      <dsp:nvSpPr>
        <dsp:cNvPr id="0" name=""/>
        <dsp:cNvSpPr/>
      </dsp:nvSpPr>
      <dsp:spPr>
        <a:xfrm>
          <a:off x="1316860" y="3752617"/>
          <a:ext cx="914477" cy="45712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1333500">
            <a:lnSpc>
              <a:spcPct val="90000"/>
            </a:lnSpc>
            <a:spcBef>
              <a:spcPct val="0"/>
            </a:spcBef>
            <a:spcAft>
              <a:spcPct val="35000"/>
            </a:spcAft>
            <a:buNone/>
          </a:pPr>
          <a:r>
            <a:rPr lang="en-US" sz="3000" kern="1200" dirty="0"/>
            <a:t> </a:t>
          </a:r>
        </a:p>
      </dsp:txBody>
      <dsp:txXfrm>
        <a:off x="1316860" y="3752617"/>
        <a:ext cx="914477" cy="457129"/>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5AF2BA-390E-400D-95D0-02947DE34CB0}">
      <dsp:nvSpPr>
        <dsp:cNvPr id="0" name=""/>
        <dsp:cNvSpPr/>
      </dsp:nvSpPr>
      <dsp:spPr>
        <a:xfrm>
          <a:off x="2617381" y="0"/>
          <a:ext cx="2235807" cy="2236147"/>
        </a:xfrm>
        <a:prstGeom prst="circularArrow">
          <a:avLst>
            <a:gd name="adj1" fmla="val 10980"/>
            <a:gd name="adj2" fmla="val 1142322"/>
            <a:gd name="adj3" fmla="val 4500000"/>
            <a:gd name="adj4" fmla="val 10800000"/>
            <a:gd name="adj5" fmla="val 12500"/>
          </a:avLst>
        </a:prstGeom>
        <a:solidFill>
          <a:srgbClr val="3C568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349D0E0-6D72-42CA-BE43-F781E4C32A18}">
      <dsp:nvSpPr>
        <dsp:cNvPr id="0" name=""/>
        <dsp:cNvSpPr/>
      </dsp:nvSpPr>
      <dsp:spPr>
        <a:xfrm>
          <a:off x="3111568" y="807316"/>
          <a:ext cx="1242394" cy="621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US" sz="4100" kern="1200" dirty="0"/>
            <a:t> </a:t>
          </a:r>
        </a:p>
      </dsp:txBody>
      <dsp:txXfrm>
        <a:off x="3111568" y="807316"/>
        <a:ext cx="1242394" cy="621048"/>
      </dsp:txXfrm>
    </dsp:sp>
    <dsp:sp modelId="{FA4A7576-93F5-4675-A132-2E85F3839A19}">
      <dsp:nvSpPr>
        <dsp:cNvPr id="0" name=""/>
        <dsp:cNvSpPr/>
      </dsp:nvSpPr>
      <dsp:spPr>
        <a:xfrm>
          <a:off x="1996393" y="1284832"/>
          <a:ext cx="2235807" cy="2236147"/>
        </a:xfrm>
        <a:prstGeom prst="leftCircularArrow">
          <a:avLst>
            <a:gd name="adj1" fmla="val 10980"/>
            <a:gd name="adj2" fmla="val 1142322"/>
            <a:gd name="adj3" fmla="val 6300000"/>
            <a:gd name="adj4" fmla="val 18900000"/>
            <a:gd name="adj5" fmla="val 12500"/>
          </a:avLst>
        </a:prstGeom>
        <a:solidFill>
          <a:srgbClr val="3C568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F7DCEA4E-BA1F-4AF0-8FBA-D22B51060030}">
      <dsp:nvSpPr>
        <dsp:cNvPr id="0" name=""/>
        <dsp:cNvSpPr/>
      </dsp:nvSpPr>
      <dsp:spPr>
        <a:xfrm>
          <a:off x="2493099" y="2099581"/>
          <a:ext cx="1242394" cy="621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US" sz="4100" kern="1200" dirty="0"/>
            <a:t> </a:t>
          </a:r>
        </a:p>
      </dsp:txBody>
      <dsp:txXfrm>
        <a:off x="2493099" y="2099581"/>
        <a:ext cx="1242394" cy="621048"/>
      </dsp:txXfrm>
    </dsp:sp>
    <dsp:sp modelId="{5B5D1D5D-945D-428A-B7A5-612BB4BAD07E}">
      <dsp:nvSpPr>
        <dsp:cNvPr id="0" name=""/>
        <dsp:cNvSpPr/>
      </dsp:nvSpPr>
      <dsp:spPr>
        <a:xfrm>
          <a:off x="2776511" y="2723417"/>
          <a:ext cx="1920904" cy="1921674"/>
        </a:xfrm>
        <a:prstGeom prst="blockArc">
          <a:avLst>
            <a:gd name="adj1" fmla="val 13500000"/>
            <a:gd name="adj2" fmla="val 10800000"/>
            <a:gd name="adj3" fmla="val 12740"/>
          </a:avLst>
        </a:prstGeom>
        <a:solidFill>
          <a:srgbClr val="3C5682"/>
        </a:soli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sp>
    <dsp:sp modelId="{03D27457-D020-4F4B-B9F0-F8FEC9FB792A}">
      <dsp:nvSpPr>
        <dsp:cNvPr id="0" name=""/>
        <dsp:cNvSpPr/>
      </dsp:nvSpPr>
      <dsp:spPr>
        <a:xfrm>
          <a:off x="3114507" y="3393704"/>
          <a:ext cx="1242394" cy="62104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035" tIns="26035" rIns="26035" bIns="26035" numCol="1" spcCol="1270" anchor="ctr" anchorCtr="0">
          <a:noAutofit/>
        </a:bodyPr>
        <a:lstStyle/>
        <a:p>
          <a:pPr marL="0" lvl="0" indent="0" algn="ctr" defTabSz="1822450">
            <a:lnSpc>
              <a:spcPct val="90000"/>
            </a:lnSpc>
            <a:spcBef>
              <a:spcPct val="0"/>
            </a:spcBef>
            <a:spcAft>
              <a:spcPct val="35000"/>
            </a:spcAft>
            <a:buNone/>
          </a:pPr>
          <a:r>
            <a:rPr lang="en-US" sz="4100" kern="1200" dirty="0"/>
            <a:t> </a:t>
          </a:r>
        </a:p>
      </dsp:txBody>
      <dsp:txXfrm>
        <a:off x="3114507" y="3393704"/>
        <a:ext cx="1242394" cy="62104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E7EAFB-1810-4F8F-8B18-ED33F6FCF6EB}">
      <dsp:nvSpPr>
        <dsp:cNvPr id="0" name=""/>
        <dsp:cNvSpPr/>
      </dsp:nvSpPr>
      <dsp:spPr>
        <a:xfrm>
          <a:off x="1107164" y="257426"/>
          <a:ext cx="3203524" cy="3203524"/>
        </a:xfrm>
        <a:prstGeom prst="pie">
          <a:avLst>
            <a:gd name="adj1" fmla="val 16200000"/>
            <a:gd name="adj2" fmla="val 18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r>
            <a:rPr lang="en-US" sz="1200" kern="1200" dirty="0"/>
            <a:t>Issuing the document after translation</a:t>
          </a:r>
        </a:p>
      </dsp:txBody>
      <dsp:txXfrm>
        <a:off x="2848890" y="848552"/>
        <a:ext cx="1086910" cy="1067841"/>
      </dsp:txXfrm>
    </dsp:sp>
    <dsp:sp modelId="{43C59174-B188-4726-93FE-AF09EA4668BD}">
      <dsp:nvSpPr>
        <dsp:cNvPr id="0" name=""/>
        <dsp:cNvSpPr/>
      </dsp:nvSpPr>
      <dsp:spPr>
        <a:xfrm>
          <a:off x="942030" y="352769"/>
          <a:ext cx="3203524" cy="3203524"/>
        </a:xfrm>
        <a:prstGeom prst="pie">
          <a:avLst>
            <a:gd name="adj1" fmla="val 1800000"/>
            <a:gd name="adj2" fmla="val 90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r>
            <a:rPr lang="en-US" sz="1200" kern="1200" dirty="0"/>
            <a:t>Draft it in the required language</a:t>
          </a:r>
        </a:p>
      </dsp:txBody>
      <dsp:txXfrm>
        <a:off x="1819186" y="2374040"/>
        <a:ext cx="1449213" cy="991567"/>
      </dsp:txXfrm>
    </dsp:sp>
    <dsp:sp modelId="{EE9FEFA9-0F24-4DBE-80D3-05D34FAEB46B}">
      <dsp:nvSpPr>
        <dsp:cNvPr id="0" name=""/>
        <dsp:cNvSpPr/>
      </dsp:nvSpPr>
      <dsp:spPr>
        <a:xfrm>
          <a:off x="942030" y="352769"/>
          <a:ext cx="3203524" cy="3203524"/>
        </a:xfrm>
        <a:prstGeom prst="pie">
          <a:avLst>
            <a:gd name="adj1" fmla="val 9000000"/>
            <a:gd name="adj2" fmla="val 16200000"/>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endParaRPr lang="ar-SA" sz="1200" kern="1200" dirty="0"/>
        </a:p>
        <a:p>
          <a:pPr marL="0" lvl="0" indent="0" algn="ctr" defTabSz="533400">
            <a:lnSpc>
              <a:spcPct val="90000"/>
            </a:lnSpc>
            <a:spcBef>
              <a:spcPct val="0"/>
            </a:spcBef>
            <a:spcAft>
              <a:spcPct val="35000"/>
            </a:spcAft>
            <a:buNone/>
          </a:pPr>
          <a:r>
            <a:rPr lang="en-US" sz="1200" kern="1200" dirty="0"/>
            <a:t>Writing document content</a:t>
          </a:r>
        </a:p>
      </dsp:txBody>
      <dsp:txXfrm>
        <a:off x="1285265" y="982032"/>
        <a:ext cx="1086910" cy="1067841"/>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1F98EF-E9DD-4AB6-A412-A9283632B3F8}">
      <dsp:nvSpPr>
        <dsp:cNvPr id="0" name=""/>
        <dsp:cNvSpPr/>
      </dsp:nvSpPr>
      <dsp:spPr>
        <a:xfrm>
          <a:off x="1500048" y="1602159"/>
          <a:ext cx="1833393" cy="1833393"/>
        </a:xfrm>
        <a:prstGeom prst="gear9">
          <a:avLst/>
        </a:prstGeom>
        <a:solidFill>
          <a:srgbClr val="3C5682"/>
        </a:solidFill>
        <a:ln w="19050" cap="flat" cmpd="sng" algn="ctr">
          <a:solidFill>
            <a:srgbClr val="909497"/>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533400">
            <a:lnSpc>
              <a:spcPct val="90000"/>
            </a:lnSpc>
            <a:spcBef>
              <a:spcPct val="0"/>
            </a:spcBef>
            <a:spcAft>
              <a:spcPct val="35000"/>
            </a:spcAft>
            <a:buNone/>
          </a:pPr>
          <a:r>
            <a:rPr lang="en-US" sz="1200" kern="1200" dirty="0"/>
            <a:t>Removal of the Saudi General Manager</a:t>
          </a:r>
        </a:p>
      </dsp:txBody>
      <dsp:txXfrm>
        <a:off x="1868642" y="2031623"/>
        <a:ext cx="1096205" cy="942401"/>
      </dsp:txXfrm>
    </dsp:sp>
    <dsp:sp modelId="{BB9ED2DA-D9E7-47BB-A3DD-E050F621564F}">
      <dsp:nvSpPr>
        <dsp:cNvPr id="0" name=""/>
        <dsp:cNvSpPr/>
      </dsp:nvSpPr>
      <dsp:spPr>
        <a:xfrm>
          <a:off x="433347" y="1168811"/>
          <a:ext cx="1333376" cy="1333376"/>
        </a:xfrm>
        <a:prstGeom prst="gear6">
          <a:avLst/>
        </a:prstGeom>
        <a:solidFill>
          <a:srgbClr val="3C5682"/>
        </a:solidFill>
        <a:ln w="19050" cap="flat" cmpd="sng" algn="ctr">
          <a:solidFill>
            <a:srgbClr val="909497"/>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890" tIns="8890" rIns="8890" bIns="8890" numCol="1" spcCol="1270" anchor="ctr" anchorCtr="0">
          <a:noAutofit/>
        </a:bodyPr>
        <a:lstStyle/>
        <a:p>
          <a:pPr marL="0" lvl="0" indent="0" algn="ctr" defTabSz="311150">
            <a:lnSpc>
              <a:spcPct val="90000"/>
            </a:lnSpc>
            <a:spcBef>
              <a:spcPct val="0"/>
            </a:spcBef>
            <a:spcAft>
              <a:spcPct val="35000"/>
            </a:spcAft>
            <a:buNone/>
          </a:pPr>
          <a:r>
            <a:rPr lang="en-US" sz="700" kern="1200" dirty="0"/>
            <a:t>Activation and issuance of visas and opening of the bank account</a:t>
          </a:r>
        </a:p>
      </dsp:txBody>
      <dsp:txXfrm>
        <a:off x="769028" y="1506521"/>
        <a:ext cx="662014" cy="657956"/>
      </dsp:txXfrm>
    </dsp:sp>
    <dsp:sp modelId="{FBD76D40-FE20-411A-935B-365D79A0ABC6}">
      <dsp:nvSpPr>
        <dsp:cNvPr id="0" name=""/>
        <dsp:cNvSpPr/>
      </dsp:nvSpPr>
      <dsp:spPr>
        <a:xfrm rot="20700000">
          <a:off x="1180174" y="248918"/>
          <a:ext cx="1306437" cy="1306437"/>
        </a:xfrm>
        <a:prstGeom prst="gear6">
          <a:avLst/>
        </a:prstGeom>
        <a:solidFill>
          <a:srgbClr val="3C5682"/>
        </a:solidFill>
        <a:ln w="19050" cap="flat" cmpd="sng" algn="ctr">
          <a:solidFill>
            <a:srgbClr val="909497"/>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355600">
            <a:lnSpc>
              <a:spcPct val="90000"/>
            </a:lnSpc>
            <a:spcBef>
              <a:spcPct val="0"/>
            </a:spcBef>
            <a:spcAft>
              <a:spcPct val="35000"/>
            </a:spcAft>
            <a:buNone/>
          </a:pPr>
          <a:r>
            <a:rPr lang="en-US" sz="800" kern="1200" dirty="0"/>
            <a:t>Appointing</a:t>
          </a:r>
          <a:r>
            <a:rPr lang="en-US" sz="500" kern="1200" dirty="0"/>
            <a:t> </a:t>
          </a:r>
          <a:endParaRPr lang="ar-SA" sz="500" kern="1200" dirty="0"/>
        </a:p>
        <a:p>
          <a:pPr marL="0" lvl="0" indent="0" algn="ctr" defTabSz="355600">
            <a:lnSpc>
              <a:spcPct val="90000"/>
            </a:lnSpc>
            <a:spcBef>
              <a:spcPct val="0"/>
            </a:spcBef>
            <a:spcAft>
              <a:spcPct val="35000"/>
            </a:spcAft>
            <a:buNone/>
          </a:pPr>
          <a:r>
            <a:rPr lang="en-US" sz="700" kern="1200" dirty="0"/>
            <a:t>Temporary</a:t>
          </a:r>
          <a:endParaRPr lang="ar-SA" sz="700" kern="1200" dirty="0"/>
        </a:p>
        <a:p>
          <a:pPr marL="0" lvl="0" indent="0" algn="ctr" defTabSz="355600">
            <a:lnSpc>
              <a:spcPct val="90000"/>
            </a:lnSpc>
            <a:spcBef>
              <a:spcPct val="0"/>
            </a:spcBef>
            <a:spcAft>
              <a:spcPct val="35000"/>
            </a:spcAft>
            <a:buNone/>
          </a:pPr>
          <a:r>
            <a:rPr lang="en-US" sz="700" kern="1200" dirty="0"/>
            <a:t>Saudi General Manager </a:t>
          </a:r>
          <a:endParaRPr lang="ar-SA" sz="700" kern="1200" dirty="0"/>
        </a:p>
        <a:p>
          <a:pPr marL="0" lvl="0" indent="0" algn="ctr" defTabSz="355600">
            <a:lnSpc>
              <a:spcPct val="90000"/>
            </a:lnSpc>
            <a:spcBef>
              <a:spcPct val="0"/>
            </a:spcBef>
            <a:spcAft>
              <a:spcPct val="35000"/>
            </a:spcAft>
            <a:buNone/>
          </a:pPr>
          <a:r>
            <a:rPr lang="en-US" sz="600" kern="1200" dirty="0"/>
            <a:t>(as a service agent)</a:t>
          </a:r>
        </a:p>
      </dsp:txBody>
      <dsp:txXfrm rot="-20700000">
        <a:off x="1466714" y="535457"/>
        <a:ext cx="733357" cy="733357"/>
      </dsp:txXfrm>
    </dsp:sp>
    <dsp:sp modelId="{FA7F6A7E-1FFC-49D7-A5FA-AB0B57824487}">
      <dsp:nvSpPr>
        <dsp:cNvPr id="0" name=""/>
        <dsp:cNvSpPr/>
      </dsp:nvSpPr>
      <dsp:spPr>
        <a:xfrm>
          <a:off x="1349853" y="1330708"/>
          <a:ext cx="2346743" cy="2346743"/>
        </a:xfrm>
        <a:prstGeom prst="circularArrow">
          <a:avLst>
            <a:gd name="adj1" fmla="val 4687"/>
            <a:gd name="adj2" fmla="val 299029"/>
            <a:gd name="adj3" fmla="val 2491492"/>
            <a:gd name="adj4" fmla="val 15915490"/>
            <a:gd name="adj5" fmla="val 5469"/>
          </a:avLst>
        </a:prstGeom>
        <a:solidFill>
          <a:srgbClr val="2683C6"/>
        </a:solidFill>
        <a:ln>
          <a:noFill/>
        </a:ln>
        <a:effectLst/>
      </dsp:spPr>
      <dsp:style>
        <a:lnRef idx="0">
          <a:scrgbClr r="0" g="0" b="0"/>
        </a:lnRef>
        <a:fillRef idx="1">
          <a:scrgbClr r="0" g="0" b="0"/>
        </a:fillRef>
        <a:effectRef idx="0">
          <a:scrgbClr r="0" g="0" b="0"/>
        </a:effectRef>
        <a:fontRef idx="minor">
          <a:schemeClr val="lt1"/>
        </a:fontRef>
      </dsp:style>
    </dsp:sp>
    <dsp:sp modelId="{60E9678F-0848-4A0D-9551-3D108B1C9555}">
      <dsp:nvSpPr>
        <dsp:cNvPr id="0" name=""/>
        <dsp:cNvSpPr/>
      </dsp:nvSpPr>
      <dsp:spPr>
        <a:xfrm>
          <a:off x="197208" y="877480"/>
          <a:ext cx="1705055" cy="1705055"/>
        </a:xfrm>
        <a:prstGeom prst="leftCircularArrow">
          <a:avLst>
            <a:gd name="adj1" fmla="val 6452"/>
            <a:gd name="adj2" fmla="val 429999"/>
            <a:gd name="adj3" fmla="val 10489124"/>
            <a:gd name="adj4" fmla="val 14837806"/>
            <a:gd name="adj5" fmla="val 7527"/>
          </a:avLst>
        </a:prstGeom>
        <a:solidFill>
          <a:srgbClr val="2683C6"/>
        </a:solidFill>
        <a:ln>
          <a:noFill/>
        </a:ln>
        <a:effectLst/>
      </dsp:spPr>
      <dsp:style>
        <a:lnRef idx="0">
          <a:scrgbClr r="0" g="0" b="0"/>
        </a:lnRef>
        <a:fillRef idx="1">
          <a:scrgbClr r="0" g="0" b="0"/>
        </a:fillRef>
        <a:effectRef idx="0">
          <a:scrgbClr r="0" g="0" b="0"/>
        </a:effectRef>
        <a:fontRef idx="minor">
          <a:schemeClr val="lt1"/>
        </a:fontRef>
      </dsp:style>
    </dsp:sp>
    <dsp:sp modelId="{D6392FE5-92C6-4C46-A836-F665DAD10682}">
      <dsp:nvSpPr>
        <dsp:cNvPr id="0" name=""/>
        <dsp:cNvSpPr/>
      </dsp:nvSpPr>
      <dsp:spPr>
        <a:xfrm>
          <a:off x="877982" y="-33546"/>
          <a:ext cx="1838393" cy="1838393"/>
        </a:xfrm>
        <a:prstGeom prst="circularArrow">
          <a:avLst>
            <a:gd name="adj1" fmla="val 5984"/>
            <a:gd name="adj2" fmla="val 394124"/>
            <a:gd name="adj3" fmla="val 13313824"/>
            <a:gd name="adj4" fmla="val 10508221"/>
            <a:gd name="adj5" fmla="val 6981"/>
          </a:avLst>
        </a:prstGeom>
        <a:solidFill>
          <a:srgbClr val="2683C6"/>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11/layout/HexagonRadial">
  <dgm:title val="Hexagon Radial"/>
  <dgm:desc val="Use to show a sequential process that relates to a central idea or theme. Limited to six Level 2 shapes. Works best with small amounts of text. Unused text does not appear, but remains available if you switch layouts."/>
  <dgm:catLst>
    <dgm:cat type="cycle" pri="8500"/>
    <dgm:cat type="officeonline" pri="9000"/>
  </dgm:catLst>
  <dgm:samp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sampData>
  <dgm:styleData>
    <dgm:dataModel>
      <dgm:ptLst>
        <dgm:pt modelId="0" type="doc"/>
        <dgm:pt modelId="10">
          <dgm:prSet phldr="1"/>
        </dgm:pt>
        <dgm:pt modelId="11">
          <dgm:prSet phldr="1"/>
        </dgm:pt>
        <dgm:pt modelId="12">
          <dgm:prSet phldr="1"/>
        </dgm:pt>
        <dgm:pt modelId="13">
          <dgm:prSet phldr="1"/>
        </dgm:pt>
      </dgm:ptLst>
      <dgm:cxnLst>
        <dgm:cxn modelId="40" srcId="0" destId="10" srcOrd="0" destOrd="0"/>
        <dgm:cxn modelId="50" srcId="10" destId="11" srcOrd="0" destOrd="0"/>
        <dgm:cxn modelId="60" srcId="10" destId="12" srcOrd="0" destOrd="0"/>
        <dgm:cxn modelId="70" srcId="10" destId="13" srcOrd="0" destOrd="0"/>
      </dgm:cxnLst>
      <dgm:bg/>
      <dgm:whole/>
    </dgm:dataModel>
  </dgm:styleData>
  <dgm:clrData>
    <dgm:dataModel>
      <dgm:ptLst>
        <dgm:pt modelId="0" type="doc"/>
        <dgm:pt modelId="10">
          <dgm:prSet phldr="1"/>
        </dgm:pt>
        <dgm:pt modelId="11">
          <dgm:prSet phldr="1"/>
        </dgm:pt>
        <dgm:pt modelId="12">
          <dgm:prSet phldr="1"/>
        </dgm:pt>
        <dgm:pt modelId="13">
          <dgm:prSet phldr="1"/>
        </dgm:pt>
        <dgm:pt modelId="14">
          <dgm:prSet phldr="1"/>
        </dgm:pt>
        <dgm:pt modelId="15">
          <dgm:prSet phldr="1"/>
        </dgm:pt>
        <dgm:pt modelId="16">
          <dgm:prSet phldr="1"/>
        </dgm:pt>
      </dgm:ptLst>
      <dgm:cxnLst>
        <dgm:cxn modelId="40" srcId="0" destId="10" srcOrd="0" destOrd="0"/>
        <dgm:cxn modelId="50" srcId="10" destId="11" srcOrd="0" destOrd="0"/>
        <dgm:cxn modelId="60" srcId="10" destId="12" srcOrd="0" destOrd="0"/>
        <dgm:cxn modelId="70" srcId="10" destId="13" srcOrd="0" destOrd="0"/>
        <dgm:cxn modelId="80" srcId="10" destId="14" srcOrd="0" destOrd="0"/>
        <dgm:cxn modelId="90" srcId="10" destId="15" srcOrd="0" destOrd="0"/>
        <dgm:cxn modelId="100" srcId="10" destId="16" srcOrd="0" destOrd="0"/>
      </dgm:cxnLst>
      <dgm:bg/>
      <dgm:whole/>
    </dgm:dataModel>
  </dgm:clrData>
  <dgm:layoutNode name="Name0">
    <dgm:varLst>
      <dgm:chMax val="1"/>
      <dgm:chPref val="1"/>
      <dgm:dir/>
      <dgm:animOne val="branch"/>
      <dgm:animLvl val="lvl"/>
    </dgm:varLst>
    <dgm:shape xmlns:r="http://schemas.openxmlformats.org/officeDocument/2006/relationships" r:blip="">
      <dgm:adjLst/>
    </dgm:shape>
    <dgm:choose name="Name1">
      <dgm:if name="Name2" func="var" arg="dir" op="equ" val="norm">
        <dgm:choose name="Name3">
          <dgm:if name="Name4"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5"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l" for="ch" forName="Accent1" refType="w" fact="0.1685"/>
              <dgm:constr type="t" for="ch" forName="Accent1" refType="h" fact="0.2946"/>
              <dgm:constr type="w" for="ch" forName="Accent1" refType="w" fact="0.462"/>
              <dgm:constr type="h" for="ch" forName="Accent1" refType="h" fact="0.5472"/>
              <dgm:constr type="l" for="ch" forName="Parent" refType="w" fact="0"/>
              <dgm:constr type="t" for="ch" forName="Parent" refType="h" fact="0.2885"/>
              <dgm:constr type="w" for="ch" forName="Parent" refType="w" fact="0.6013"/>
              <dgm:constr type="h" for="ch" forName="Parent" refType="h" fact="0.7115"/>
              <dgm:constr type="l" for="ch" forName="Child1" refType="w" fact="0.5073"/>
              <dgm:constr type="t" for="ch" forName="Child1" refType="h" fact="0"/>
              <dgm:constr type="w" for="ch" forName="Child1" refType="w" fact="0.4927"/>
              <dgm:constr type="h" for="ch" forName="Child1" refType="h" fact="0.5831"/>
            </dgm:constrLst>
          </dgm:if>
          <dgm:if name="Name6"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l" for="ch" forName="Accent2" refType="w" fact="0.6413"/>
              <dgm:constr type="t" for="ch" forName="Accent2" refType="h" fact="0.3477"/>
              <dgm:constr type="w" for="ch" forName="Accent2" refType="w" fact="0.2269"/>
              <dgm:constr type="h" for="ch" forName="Accent2" refType="h" fact="0.2076"/>
              <dgm:constr type="l" for="ch" forName="Accent1" refType="w" fact="0"/>
              <dgm:constr type="t" for="ch" forName="Accent1" refType="h" fact="0"/>
              <dgm:constr type="w" for="ch" forName="Accent1" refType="w" fact="0"/>
              <dgm:constr type="h" for="ch" forName="Accent1" refType="h" fact="0"/>
              <dgm:constr type="l" for="ch" forName="Parent" refType="w" fact="0"/>
              <dgm:constr type="t" for="ch" forName="Parent" refType="h" fact="0.2239"/>
              <dgm:constr type="w" for="ch" forName="Parent" refType="w" fact="0.6013"/>
              <dgm:constr type="h" for="ch" forName="Parent" refType="h" fact="0.5523"/>
              <dgm:constr type="l" for="ch" forName="Child1" refType="w" fact="0.5073"/>
              <dgm:constr type="t" for="ch" forName="Child1" refType="h" fact="0"/>
              <dgm:constr type="w" for="ch" forName="Child1" refType="w" fact="0.4927"/>
              <dgm:constr type="h" for="ch" forName="Child1" refType="h" fact="0.4527"/>
              <dgm:constr type="l" for="ch" forName="Child2" refType="w" fact="0.5073"/>
              <dgm:constr type="t" for="ch" forName="Child2" refType="h" fact="0.5473"/>
              <dgm:constr type="w" for="ch" forName="Child2" refType="w" fact="0.4927"/>
              <dgm:constr type="h" for="ch" forName="Child2" refType="h" fact="0.4527"/>
            </dgm:constrLst>
          </dgm:if>
          <dgm:if name="Name7"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l" for="ch" forName="Accent3" refType="w" fact="0.4573"/>
              <dgm:constr type="t" for="ch" forName="Accent3" refType="h" fact="0.6145"/>
              <dgm:constr type="w" for="ch" forName="Accent3" refType="w" fact="0.2269"/>
              <dgm:constr type="h" for="ch" forName="Accent3" refType="h" fact="0.1623"/>
              <dgm:constr type="l" for="ch" forName="Accent2" refType="w" fact="0.6413"/>
              <dgm:constr type="t" for="ch" forName="Accent2" refType="h" fact="0.2719"/>
              <dgm:constr type="w" for="ch" forName="Accent2" refType="w" fact="0.2269"/>
              <dgm:constr type="h" for="ch" forName="Accent2" refType="h" fact="0.1623"/>
              <dgm:constr type="l" for="ch" forName="Accent1" refType="w" fact="0"/>
              <dgm:constr type="t" for="ch" forName="Accent1" refType="h" fact="0"/>
              <dgm:constr type="w" for="ch" forName="Accent1" refType="w" fact="0"/>
              <dgm:constr type="h" for="ch" forName="Accent1" refType="h" fact="0"/>
              <dgm:constr type="l" for="ch" forName="Child3" refType="w" fact="0.0554"/>
              <dgm:constr type="t" for="ch" forName="Child3" refType="h" fact="0.646"/>
              <dgm:constr type="w" for="ch" forName="Child3" refType="w" fact="0.4927"/>
              <dgm:constr type="h" for="ch" forName="Child3" refType="h" fact="0.354"/>
              <dgm:constr type="l" for="ch" forName="Parent" refType="w" fact="0"/>
              <dgm:constr type="t" for="ch" forName="Parent" refType="h" fact="0.1751"/>
              <dgm:constr type="w" for="ch" forName="Parent" refType="w" fact="0.6013"/>
              <dgm:constr type="h" for="ch" forName="Parent" refType="h" fact="0.4319"/>
              <dgm:constr type="l" for="ch" forName="Child1" refType="w" fact="0.5073"/>
              <dgm:constr type="t" for="ch" forName="Child1" refType="h" fact="0"/>
              <dgm:constr type="w" for="ch" forName="Child1" refType="w" fact="0.4927"/>
              <dgm:constr type="h" for="ch" forName="Child1" refType="h" fact="0.354"/>
              <dgm:constr type="l" for="ch" forName="Child2" refType="w" fact="0.5073"/>
              <dgm:constr type="t" for="ch" forName="Child2" refType="h" fact="0.428"/>
              <dgm:constr type="w" for="ch" forName="Child2" refType="w" fact="0.4927"/>
              <dgm:constr type="h" for="ch" forName="Child2" refType="h" fact="0.354"/>
            </dgm:constrLst>
          </dgm:if>
          <dgm:if name="Name8"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4" refType="w" fact="0.4573"/>
              <dgm:constr type="t" for="ch" forName="Accent4" refType="h" fact="0.6834"/>
              <dgm:constr type="w" for="ch" forName="Accent4" refType="w" fact="0.2269"/>
              <dgm:constr type="h" for="ch" forName="Accent4" refType="h" fact="0.1333"/>
              <dgm:constr type="l" for="ch" forName="Accent3" refType="w" fact="0.6413"/>
              <dgm:constr type="t" for="ch" forName="Accent3" refType="h" fact="0.4021"/>
              <dgm:constr type="w" for="ch" forName="Accent3" refType="w" fact="0.2269"/>
              <dgm:constr type="h" for="ch" forName="Accent3" refType="h" fact="0.1333"/>
              <dgm:constr type="l" for="ch" forName="Accent2" refType="w" fact="0.3765"/>
              <dgm:constr type="t" for="ch" forName="Accent2" refType="h" fact="0.1529"/>
              <dgm:constr type="w" for="ch" forName="Accent2" refType="w" fact="0.2269"/>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0554"/>
              <dgm:constr type="t" for="ch" forName="Child4" refType="h" fact="0.7093"/>
              <dgm:constr type="w" for="ch" forName="Child4" refType="w" fact="0.4927"/>
              <dgm:constr type="h" for="ch" forName="Child4" refType="h" fact="0.2907"/>
              <dgm:constr type="l" for="ch" forName="Parent" refType="w" fact="0"/>
              <dgm:constr type="t" for="ch" forName="Parent" refType="h" fact="0.3226"/>
              <dgm:constr type="w" for="ch" forName="Parent" refType="w" fact="0.6013"/>
              <dgm:constr type="h" for="ch" forName="Parent" refType="h" fact="0.3547"/>
              <dgm:constr type="l" for="ch" forName="Child2" refType="w" fact="0.5073"/>
              <dgm:constr type="t" for="ch" forName="Child2" refType="h" fact="0.1788"/>
              <dgm:constr type="w" for="ch" forName="Child2" refType="w" fact="0.4927"/>
              <dgm:constr type="h" for="ch" forName="Child2" refType="h" fact="0.2907"/>
              <dgm:constr type="l" for="ch" forName="Child3" refType="w" fact="0.5073"/>
              <dgm:constr type="t" for="ch" forName="Child3" refType="h" fact="0.5303"/>
              <dgm:constr type="w" for="ch" forName="Child3" refType="w" fact="0.4927"/>
              <dgm:constr type="h" for="ch" forName="Child3" refType="h" fact="0.2907"/>
              <dgm:constr type="l" for="ch" forName="Child1" refType="w" fact="0.0554"/>
              <dgm:constr type="t" for="ch" forName="Child1" refType="h" fact="0"/>
              <dgm:constr type="w" for="ch" forName="Child1" refType="w" fact="0.4927"/>
              <dgm:constr type="h" for="ch" forName="Child1" refType="h" fact="0.2907"/>
            </dgm:constrLst>
          </dgm:if>
          <dgm:if name="Name9"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1" refType="w" fact="0.3246"/>
              <dgm:constr type="t" for="ch" forName="Child1" refType="h" fact="0"/>
              <dgm:constr type="w" for="ch" forName="Child1" refType="w" fact="0.3523"/>
              <dgm:constr type="h" for="ch" forName="Child1" refType="h" fact="0.2907"/>
            </dgm:constrLst>
          </dgm:if>
          <dgm:else name="Name10">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l" for="ch" forName="Accent6" refType="w" fact="0.0934"/>
              <dgm:constr type="t" for="ch" forName="Accent6" refType="h" fact="0.4635"/>
              <dgm:constr type="w" for="ch" forName="Accent6" refType="w" fact="0.1622"/>
              <dgm:constr type="h" for="ch" forName="Accent6" refType="h" fact="0.1333"/>
              <dgm:constr type="l" for="ch" forName="Accent5" refType="w" fact="0.2858"/>
              <dgm:constr type="t" for="ch" forName="Accent5" refType="h" fact="0.7126"/>
              <dgm:constr type="w" for="ch" forName="Accent5" refType="w" fact="0.1622"/>
              <dgm:constr type="h" for="ch" forName="Accent5" refType="h" fact="0.1333"/>
              <dgm:constr type="l" for="ch" forName="Accent4" refType="w" fact="0.612"/>
              <dgm:constr type="t" for="ch" forName="Accent4" refType="h" fact="0.6834"/>
              <dgm:constr type="w" for="ch" forName="Accent4" refType="w" fact="0.1622"/>
              <dgm:constr type="h" for="ch" forName="Accent4" refType="h" fact="0.1333"/>
              <dgm:constr type="l" for="ch" forName="Accent3" refType="w" fact="0.7435"/>
              <dgm:constr type="t" for="ch" forName="Accent3" refType="h" fact="0.4021"/>
              <dgm:constr type="w" for="ch" forName="Accent3" refType="w" fact="0.1622"/>
              <dgm:constr type="h" for="ch" forName="Accent3" refType="h" fact="0.1333"/>
              <dgm:constr type="l" for="ch" forName="Accent2" refType="w" fact="0.5542"/>
              <dgm:constr type="t" for="ch" forName="Accent2" refType="h" fact="0.1529"/>
              <dgm:constr type="w" for="ch" forName="Accent2" refType="w" fact="0.1622"/>
              <dgm:constr type="h" for="ch" forName="Accent2" refType="h" fact="0.1333"/>
              <dgm:constr type="l" for="ch" forName="Accent1" refType="w" fact="0"/>
              <dgm:constr type="t" for="ch" forName="Accent1" refType="h" fact="0"/>
              <dgm:constr type="w" for="ch" forName="Accent1" refType="w" fact="0"/>
              <dgm:constr type="h" for="ch" forName="Accent1" refType="h" fact="0"/>
              <dgm:constr type="l" for="ch" forName="Child4" refType="w" fact="0.3246"/>
              <dgm:constr type="t" for="ch" forName="Child4" refType="h" fact="0.7093"/>
              <dgm:constr type="w" for="ch" forName="Child4" refType="w" fact="0.3523"/>
              <dgm:constr type="h" for="ch" forName="Child4" refType="h" fact="0.2907"/>
              <dgm:constr type="l" for="ch" forName="Parent" refType="w" fact="0.285"/>
              <dgm:constr type="t" for="ch" forName="Parent" refType="h" fact="0.3226"/>
              <dgm:constr type="w" for="ch" forName="Parent" refType="w" fact="0.4299"/>
              <dgm:constr type="h" for="ch" forName="Parent" refType="h" fact="0.3547"/>
              <dgm:constr type="l" for="ch" forName="Child2" refType="w" fact="0.6477"/>
              <dgm:constr type="t" for="ch" forName="Child2" refType="h" fact="0.1788"/>
              <dgm:constr type="w" for="ch" forName="Child2" refType="w" fact="0.3523"/>
              <dgm:constr type="h" for="ch" forName="Child2" refType="h" fact="0.2907"/>
              <dgm:constr type="l" for="ch" forName="Child3" refType="w" fact="0.6477"/>
              <dgm:constr type="t" for="ch" forName="Child3" refType="h" fact="0.5303"/>
              <dgm:constr type="w" for="ch" forName="Child3" refType="w" fact="0.3523"/>
              <dgm:constr type="h" for="ch" forName="Child3" refType="h" fact="0.2907"/>
              <dgm:constr type="l" for="ch" forName="Child5" refType="w" fact="0"/>
              <dgm:constr type="t" for="ch" forName="Child5" refType="h" fact="0.5305"/>
              <dgm:constr type="w" for="ch" forName="Child5" refType="w" fact="0.3523"/>
              <dgm:constr type="h" for="ch" forName="Child5" refType="h" fact="0.2907"/>
              <dgm:constr type="l" for="ch" forName="Child6" refType="w" fact="0"/>
              <dgm:constr type="t" for="ch" forName="Child6" refType="h" fact="0.1784"/>
              <dgm:constr type="w" for="ch" forName="Child6" refType="w" fact="0.3523"/>
              <dgm:constr type="h" for="ch" forName="Child6" refType="h" fact="0.2907"/>
              <dgm:constr type="l" for="ch" forName="Child1" refType="w" fact="0.3246"/>
              <dgm:constr type="t" for="ch" forName="Child1" refType="h" fact="0"/>
              <dgm:constr type="w" for="ch" forName="Child1" refType="w" fact="0.3523"/>
              <dgm:constr type="h" for="ch" forName="Child1" refType="h" fact="0.2907"/>
            </dgm:constrLst>
          </dgm:else>
        </dgm:choose>
      </dgm:if>
      <dgm:else name="Name11">
        <dgm:choose name="Name12">
          <dgm:if name="Name13" axis="ch ch" ptType="node node" st="1 1" cnt="1 0" func="cnt" op="equ" val="0">
            <dgm:alg type="composite">
              <dgm:param type="ar" val="1.1561"/>
            </dgm:alg>
            <dgm:constrLst>
              <dgm:constr type="primFontSz" for="des" forName="Parent" val="65"/>
              <dgm:constr type="l" for="ch" forName="Parent" refType="w" fact="0"/>
              <dgm:constr type="t" for="ch" forName="Parent" refType="h" fact="0"/>
              <dgm:constr type="w" for="ch" forName="Parent" refType="w"/>
              <dgm:constr type="h" for="ch" forName="Parent" refType="h"/>
            </dgm:constrLst>
          </dgm:if>
          <dgm:if name="Name14" axis="ch ch" ptType="node node" st="1 1" cnt="1 0" func="cnt" op="lte" val="1">
            <dgm:alg type="composite">
              <dgm:param type="ar" val="1.368"/>
            </dgm:alg>
            <dgm:constrLst>
              <dgm:constr type="primFontSz" for="des" forName="Parent" val="65"/>
              <dgm:constr type="primFontSz" for="des" forName="Child1" val="65"/>
              <dgm:constr type="primFontSz" for="des" forName="Child1" refType="primFontSz" refFor="des" refForName="Parent" op="lte"/>
              <dgm:constr type="r" for="ch" forName="Accent1" refType="w" fact="0.8315"/>
              <dgm:constr type="t" for="ch" forName="Accent1" refType="h" fact="0.2946"/>
              <dgm:constr type="w" for="ch" forName="Accent1" refType="w" fact="0.462"/>
              <dgm:constr type="h" for="ch" forName="Accent1" refType="h" fact="0.5472"/>
              <dgm:constr type="r" for="ch" forName="Parent" refType="w"/>
              <dgm:constr type="t" for="ch" forName="Parent" refType="h" fact="0.2885"/>
              <dgm:constr type="w" for="ch" forName="Parent" refType="w" fact="0.6013"/>
              <dgm:constr type="h" for="ch" forName="Parent" refType="h" fact="0.7115"/>
              <dgm:constr type="r" for="ch" forName="Child1" refType="w" fact="0.4927"/>
              <dgm:constr type="t" for="ch" forName="Child1" refType="h" fact="0"/>
              <dgm:constr type="w" for="ch" forName="Child1" refType="w" fact="0.4927"/>
              <dgm:constr type="h" for="ch" forName="Child1" refType="h" fact="0.5831"/>
            </dgm:constrLst>
          </dgm:if>
          <dgm:if name="Name15" axis="ch ch" ptType="node node" st="1 1" cnt="1 0" func="cnt" op="equ" val="2">
            <dgm:alg type="composite">
              <dgm:param type="ar" val="1.0619"/>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2" refType="primFontSz" refFor="des" refForName="Child1" op="equ"/>
              <dgm:constr type="r" for="ch" forName="Accent2" refType="w" fact="0.3587"/>
              <dgm:constr type="t" for="ch" forName="Accent2" refType="h" fact="0.3477"/>
              <dgm:constr type="w" for="ch" forName="Accent2" refType="w" fact="0.2269"/>
              <dgm:constr type="h" for="ch" forName="Accent2" refType="h" fact="0.2076"/>
              <dgm:constr type="r" for="ch" forName="Accent1" refType="w" fact="0"/>
              <dgm:constr type="t" for="ch" forName="Accent1" refType="h" fact="0"/>
              <dgm:constr type="w" for="ch" forName="Accent1" refType="w" fact="0"/>
              <dgm:constr type="h" for="ch" forName="Accent1" refType="h" fact="0"/>
              <dgm:constr type="r" for="ch" forName="Parent" refType="w"/>
              <dgm:constr type="t" for="ch" forName="Parent" refType="h" fact="0.2239"/>
              <dgm:constr type="w" for="ch" forName="Parent" refType="w" fact="0.6013"/>
              <dgm:constr type="h" for="ch" forName="Parent" refType="h" fact="0.5523"/>
              <dgm:constr type="r" for="ch" forName="Child1" refType="w" fact="0.4927"/>
              <dgm:constr type="t" for="ch" forName="Child1" refType="h" fact="0"/>
              <dgm:constr type="w" for="ch" forName="Child1" refType="w" fact="0.4927"/>
              <dgm:constr type="h" for="ch" forName="Child1" refType="h" fact="0.4527"/>
              <dgm:constr type="r" for="ch" forName="Child2" refType="w" fact="0.5073"/>
              <dgm:constr type="t" for="ch" forName="Child2" refType="h" fact="0.5473"/>
              <dgm:constr type="w" for="ch" forName="Child2" refType="w" fact="0.4927"/>
              <dgm:constr type="h" for="ch" forName="Child2" refType="h" fact="0.4527"/>
            </dgm:constrLst>
          </dgm:if>
          <dgm:if name="Name16" axis="ch ch" ptType="node node" st="1 1" cnt="1 0" func="cnt" op="equ" val="3">
            <dgm:alg type="composite">
              <dgm:param type="ar" val="0.8305"/>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2" refType="primFontSz" refFor="des" refForName="Child1" op="equ"/>
              <dgm:constr type="primFontSz" for="des" forName="Child3" refType="primFontSz" refFor="des" refForName="Child1" op="equ"/>
              <dgm:constr type="r" for="ch" forName="Accent3" refType="w" fact="0.5427"/>
              <dgm:constr type="t" for="ch" forName="Accent3" refType="h" fact="0.6145"/>
              <dgm:constr type="w" for="ch" forName="Accent3" refType="w" fact="0.2269"/>
              <dgm:constr type="h" for="ch" forName="Accent3" refType="h" fact="0.1623"/>
              <dgm:constr type="r" for="ch" forName="Accent2" refType="w" fact="0.3587"/>
              <dgm:constr type="t" for="ch" forName="Accent2" refType="h" fact="0.2719"/>
              <dgm:constr type="w" for="ch" forName="Accent2" refType="w" fact="0.2269"/>
              <dgm:constr type="h" for="ch" forName="Accent2" refType="h" fact="0.1623"/>
              <dgm:constr type="r" for="ch" forName="Accent1" refType="w" fact="0"/>
              <dgm:constr type="t" for="ch" forName="Accent1" refType="h" fact="0"/>
              <dgm:constr type="w" for="ch" forName="Accent1" refType="w" fact="0"/>
              <dgm:constr type="h" for="ch" forName="Accent1" refType="h" fact="0"/>
              <dgm:constr type="r" for="ch" forName="Child3" refType="w" fact="0.9446"/>
              <dgm:constr type="t" for="ch" forName="Child3" refType="h" fact="0.646"/>
              <dgm:constr type="w" for="ch" forName="Child3" refType="w" fact="0.4927"/>
              <dgm:constr type="h" for="ch" forName="Child3" refType="h" fact="0.354"/>
              <dgm:constr type="r" for="ch" forName="Parent" refType="w"/>
              <dgm:constr type="t" for="ch" forName="Parent" refType="h" fact="0.1751"/>
              <dgm:constr type="w" for="ch" forName="Parent" refType="w" fact="0.6013"/>
              <dgm:constr type="h" for="ch" forName="Parent" refType="h" fact="0.4319"/>
              <dgm:constr type="r" for="ch" forName="Child1" refType="w" fact="0.4927"/>
              <dgm:constr type="t" for="ch" forName="Child1" refType="h" fact="0"/>
              <dgm:constr type="w" for="ch" forName="Child1" refType="w" fact="0.4927"/>
              <dgm:constr type="h" for="ch" forName="Child1" refType="h" fact="0.354"/>
              <dgm:constr type="r" for="ch" forName="Child2" refType="w" fact="0.4927"/>
              <dgm:constr type="t" for="ch" forName="Child2" refType="h" fact="0.428"/>
              <dgm:constr type="w" for="ch" forName="Child2" refType="w" fact="0.4927"/>
              <dgm:constr type="h" for="ch" forName="Child2" refType="h" fact="0.354"/>
            </dgm:constrLst>
          </dgm:if>
          <dgm:if name="Name17" axis="ch ch" ptType="node node" st="1 1" cnt="1 0" func="cnt" op="equ" val="4">
            <dgm:alg type="composite">
              <dgm:param type="ar" val="0.682"/>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r" for="ch" forName="Accent4" refType="w" fact="0.5427"/>
              <dgm:constr type="t" for="ch" forName="Accent4" refType="h" fact="0.6834"/>
              <dgm:constr type="w" for="ch" forName="Accent4" refType="w" fact="0.2269"/>
              <dgm:constr type="h" for="ch" forName="Accent4" refType="h" fact="0.1333"/>
              <dgm:constr type="r" for="ch" forName="Accent3" refType="w" fact="0.3587"/>
              <dgm:constr type="t" for="ch" forName="Accent3" refType="h" fact="0.4021"/>
              <dgm:constr type="w" for="ch" forName="Accent3" refType="w" fact="0.2269"/>
              <dgm:constr type="h" for="ch" forName="Accent3" refType="h" fact="0.1333"/>
              <dgm:constr type="r" for="ch" forName="Accent2" refType="w" fact="0.6235"/>
              <dgm:constr type="t" for="ch" forName="Accent2" refType="h" fact="0.1529"/>
              <dgm:constr type="w" for="ch" forName="Accent2" refType="w" fact="0.2269"/>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9446"/>
              <dgm:constr type="t" for="ch" forName="Child4" refType="h" fact="0.7093"/>
              <dgm:constr type="w" for="ch" forName="Child4" refType="w" fact="0.4927"/>
              <dgm:constr type="h" for="ch" forName="Child4" refType="h" fact="0.2907"/>
              <dgm:constr type="r" for="ch" forName="Parent" refType="w"/>
              <dgm:constr type="t" for="ch" forName="Parent" refType="h" fact="0.3226"/>
              <dgm:constr type="w" for="ch" forName="Parent" refType="w" fact="0.6013"/>
              <dgm:constr type="h" for="ch" forName="Parent" refType="h" fact="0.3547"/>
              <dgm:constr type="r" for="ch" forName="Child2" refType="w" fact="0.4927"/>
              <dgm:constr type="t" for="ch" forName="Child2" refType="h" fact="0.1788"/>
              <dgm:constr type="w" for="ch" forName="Child2" refType="w" fact="0.4927"/>
              <dgm:constr type="h" for="ch" forName="Child2" refType="h" fact="0.2907"/>
              <dgm:constr type="r" for="ch" forName="Child3" refType="w" fact="0.4927"/>
              <dgm:constr type="t" for="ch" forName="Child3" refType="h" fact="0.5303"/>
              <dgm:constr type="w" for="ch" forName="Child3" refType="w" fact="0.4927"/>
              <dgm:constr type="h" for="ch" forName="Child3" refType="h" fact="0.2907"/>
              <dgm:constr type="r" for="ch" forName="Child1" refType="w" fact="0.9446"/>
              <dgm:constr type="t" for="ch" forName="Child1" refType="h" fact="0"/>
              <dgm:constr type="w" for="ch" forName="Child1" refType="w" fact="0.4927"/>
              <dgm:constr type="h" for="ch" forName="Child1" refType="h" fact="0.2907"/>
            </dgm:constrLst>
          </dgm:if>
          <dgm:if name="Name18" axis="ch ch" ptType="node node" st="1 1" cnt="1 0" func="cnt" op="equ" val="5">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1" refType="w" fact="0.6754"/>
              <dgm:constr type="t" for="ch" forName="Child1" refType="h" fact="0"/>
              <dgm:constr type="w" for="ch" forName="Child1" refType="w" fact="0.3523"/>
              <dgm:constr type="h" for="ch" forName="Child1" refType="h" fact="0.2907"/>
            </dgm:constrLst>
          </dgm:if>
          <dgm:else name="Name19">
            <dgm:alg type="composite">
              <dgm:param type="ar" val="0.9538"/>
            </dgm:alg>
            <dgm:constrLst>
              <dgm:constr type="primFontSz" for="des" forName="Parent" val="65"/>
              <dgm:constr type="primFontSz" for="des" forName="Child1" val="65"/>
              <dgm:constr type="primFontSz" for="des" forName="Child1" refType="primFontSz" refFor="des" refForName="Parent" op="lte"/>
              <dgm:constr type="primFontSz" for="des" forName="Child2" refType="primFontSz" refFor="des" refForName="Parent" op="lte"/>
              <dgm:constr type="primFontSz" for="des" forName="Child3" refType="primFontSz" refFor="des" refForName="Parent" op="lte"/>
              <dgm:constr type="primFontSz" for="des" forName="Child4" refType="primFontSz" refFor="des" refForName="Parent" op="lte"/>
              <dgm:constr type="primFontSz" for="des" forName="Child5" refType="primFontSz" refFor="des" refForName="Parent" op="lte"/>
              <dgm:constr type="primFontSz" for="des" forName="Child6" refType="primFontSz" refFor="des" refForName="Parent" op="lte"/>
              <dgm:constr type="primFontSz" for="des" forName="Child7" refType="primFontSz" refFor="des" refForName="Parent" op="lte"/>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primFontSz" for="des" ptType="node" op="equ" val="65"/>
              <dgm:constr type="r" for="ch" forName="Accent6" refType="w" fact="0.9066"/>
              <dgm:constr type="t" for="ch" forName="Accent6" refType="h" fact="0.4635"/>
              <dgm:constr type="w" for="ch" forName="Accent6" refType="w" fact="0.1622"/>
              <dgm:constr type="h" for="ch" forName="Accent6" refType="h" fact="0.1333"/>
              <dgm:constr type="r" for="ch" forName="Accent5" refType="w" fact="0.7142"/>
              <dgm:constr type="t" for="ch" forName="Accent5" refType="h" fact="0.7126"/>
              <dgm:constr type="w" for="ch" forName="Accent5" refType="w" fact="0.1622"/>
              <dgm:constr type="h" for="ch" forName="Accent5" refType="h" fact="0.1333"/>
              <dgm:constr type="r" for="ch" forName="Accent4" refType="w" fact="0.388"/>
              <dgm:constr type="t" for="ch" forName="Accent4" refType="h" fact="0.6834"/>
              <dgm:constr type="w" for="ch" forName="Accent4" refType="w" fact="0.1622"/>
              <dgm:constr type="h" for="ch" forName="Accent4" refType="h" fact="0.1333"/>
              <dgm:constr type="r" for="ch" forName="Accent3" refType="w" fact="0.2565"/>
              <dgm:constr type="t" for="ch" forName="Accent3" refType="h" fact="0.4021"/>
              <dgm:constr type="w" for="ch" forName="Accent3" refType="w" fact="0.1622"/>
              <dgm:constr type="h" for="ch" forName="Accent3" refType="h" fact="0.1333"/>
              <dgm:constr type="r" for="ch" forName="Accent2" refType="w" fact="0.4458"/>
              <dgm:constr type="t" for="ch" forName="Accent2" refType="h" fact="0.1529"/>
              <dgm:constr type="w" for="ch" forName="Accent2" refType="w" fact="0.1622"/>
              <dgm:constr type="h" for="ch" forName="Accent2" refType="h" fact="0.1333"/>
              <dgm:constr type="r" for="ch" forName="Accent1" refType="w" fact="0"/>
              <dgm:constr type="t" for="ch" forName="Accent1" refType="h" fact="0"/>
              <dgm:constr type="w" for="ch" forName="Accent1" refType="w" fact="0"/>
              <dgm:constr type="h" for="ch" forName="Accent1" refType="h" fact="0"/>
              <dgm:constr type="r" for="ch" forName="Child4" refType="w" fact="0.6754"/>
              <dgm:constr type="t" for="ch" forName="Child4" refType="h" fact="0.7093"/>
              <dgm:constr type="w" for="ch" forName="Child4" refType="w" fact="0.3523"/>
              <dgm:constr type="h" for="ch" forName="Child4" refType="h" fact="0.2907"/>
              <dgm:constr type="r" for="ch" forName="Parent" refType="w" fact="0.715"/>
              <dgm:constr type="t" for="ch" forName="Parent" refType="h" fact="0.3226"/>
              <dgm:constr type="w" for="ch" forName="Parent" refType="w" fact="0.4299"/>
              <dgm:constr type="h" for="ch" forName="Parent" refType="h" fact="0.3547"/>
              <dgm:constr type="r" for="ch" forName="Child2" refType="w" fact="0.3523"/>
              <dgm:constr type="t" for="ch" forName="Child2" refType="h" fact="0.1788"/>
              <dgm:constr type="w" for="ch" forName="Child2" refType="w" fact="0.3523"/>
              <dgm:constr type="h" for="ch" forName="Child2" refType="h" fact="0.2907"/>
              <dgm:constr type="r" for="ch" forName="Child3" refType="w" fact="0.3523"/>
              <dgm:constr type="t" for="ch" forName="Child3" refType="h" fact="0.5303"/>
              <dgm:constr type="w" for="ch" forName="Child3" refType="w" fact="0.3523"/>
              <dgm:constr type="h" for="ch" forName="Child3" refType="h" fact="0.2907"/>
              <dgm:constr type="r" for="ch" forName="Child5" refType="w"/>
              <dgm:constr type="t" for="ch" forName="Child5" refType="h" fact="0.5305"/>
              <dgm:constr type="w" for="ch" forName="Child5" refType="w" fact="0.3523"/>
              <dgm:constr type="h" for="ch" forName="Child5" refType="h" fact="0.2907"/>
              <dgm:constr type="r" for="ch" forName="Child6" refType="w"/>
              <dgm:constr type="t" for="ch" forName="Child6" refType="h" fact="0.1784"/>
              <dgm:constr type="w" for="ch" forName="Child6" refType="w" fact="0.3523"/>
              <dgm:constr type="h" for="ch" forName="Child6" refType="h" fact="0.2907"/>
              <dgm:constr type="r" for="ch" forName="Child1" refType="w" fact="0.6754"/>
              <dgm:constr type="t" for="ch" forName="Child1" refType="h" fact="0"/>
              <dgm:constr type="w" for="ch" forName="Child1" refType="w" fact="0.3523"/>
              <dgm:constr type="h" for="ch" forName="Child1" refType="h" fact="0.2907"/>
            </dgm:constrLst>
          </dgm:else>
        </dgm:choose>
      </dgm:else>
    </dgm:choose>
    <dgm:forEach name="wrapper" axis="self" ptType="parTrans">
      <dgm:forEach name="accentRepeat" axis="self">
        <dgm:layoutNode name="Accent" styleLbl="bgShp">
          <dgm:alg type="sp"/>
          <dgm:shape xmlns:r="http://schemas.openxmlformats.org/officeDocument/2006/relationships" type="hexagon" r:blip="" zOrderOff="-2">
            <dgm:adjLst>
              <dgm:adj idx="1" val="0.289"/>
              <dgm:adj idx="2" val="1.1547"/>
            </dgm:adjLst>
          </dgm:shape>
          <dgm:presOf/>
        </dgm:layoutNode>
      </dgm:forEach>
    </dgm:forEach>
    <dgm:forEach name="Name20" axis="ch" ptType="node" cnt="1">
      <dgm:layoutNode name="Parent" styleLbl="node0">
        <dgm:varLst>
          <dgm:chMax val="6"/>
          <dgm:chPref val="6"/>
        </dgm:varLst>
        <dgm:alg type="tx"/>
        <dgm:shape xmlns:r="http://schemas.openxmlformats.org/officeDocument/2006/relationships" type="hexagon" r:blip="">
          <dgm:adjLst>
            <dgm:adj idx="1" val="0.2857"/>
            <dgm:adj idx="2" val="1.1547"/>
          </dgm:adjLst>
        </dgm:shape>
        <dgm:presOf axis="self"/>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1" axis="ch ch" ptType="node node" st="1 1" cnt="1 1">
      <dgm:layoutNode name="Accent1">
        <dgm:alg type="sp"/>
        <dgm:shape xmlns:r="http://schemas.openxmlformats.org/officeDocument/2006/relationships" r:blip="" zOrderOff="-2">
          <dgm:adjLst/>
        </dgm:shape>
        <dgm:presOf/>
        <dgm:constrLst/>
        <dgm:forEach name="Name22" ref="accentRepeat"/>
      </dgm:layoutNode>
      <dgm:layoutNode name="Child1"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3" axis="ch ch" ptType="node node" st="1 2" cnt="1 1">
      <dgm:layoutNode name="Accent2">
        <dgm:alg type="sp"/>
        <dgm:shape xmlns:r="http://schemas.openxmlformats.org/officeDocument/2006/relationships" r:blip="" zOrderOff="-2">
          <dgm:adjLst/>
        </dgm:shape>
        <dgm:presOf/>
        <dgm:constrLst/>
        <dgm:forEach name="Name24" ref="accentRepeat"/>
      </dgm:layoutNode>
      <dgm:layoutNode name="Child2"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5" axis="ch ch" ptType="node node" st="1 3" cnt="1 1">
      <dgm:layoutNode name="Accent3">
        <dgm:alg type="sp"/>
        <dgm:shape xmlns:r="http://schemas.openxmlformats.org/officeDocument/2006/relationships" r:blip="" zOrderOff="-2">
          <dgm:adjLst/>
        </dgm:shape>
        <dgm:presOf/>
        <dgm:constrLst/>
        <dgm:forEach name="Name26" ref="accentRepeat"/>
      </dgm:layoutNode>
      <dgm:layoutNode name="Child3"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7" axis="ch ch" ptType="node node" st="1 4" cnt="1 1">
      <dgm:layoutNode name="Accent4">
        <dgm:alg type="sp"/>
        <dgm:shape xmlns:r="http://schemas.openxmlformats.org/officeDocument/2006/relationships" r:blip="">
          <dgm:adjLst/>
        </dgm:shape>
        <dgm:presOf/>
        <dgm:constrLst/>
        <dgm:forEach name="Name28" ref="accentRepeat"/>
      </dgm:layoutNode>
      <dgm:layoutNode name="Child4"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29" axis="ch ch" ptType="node node" st="1 5" cnt="1 1">
      <dgm:layoutNode name="Accent5">
        <dgm:alg type="sp"/>
        <dgm:shape xmlns:r="http://schemas.openxmlformats.org/officeDocument/2006/relationships" r:blip="">
          <dgm:adjLst/>
        </dgm:shape>
        <dgm:presOf/>
        <dgm:constrLst/>
        <dgm:forEach name="Name30" ref="accentRepeat"/>
      </dgm:layoutNode>
      <dgm:layoutNode name="Child5"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forEach name="Name31" axis="ch ch" ptType="node node" st="1 6" cnt="1 1">
      <dgm:layoutNode name="Accent6">
        <dgm:alg type="sp"/>
        <dgm:shape xmlns:r="http://schemas.openxmlformats.org/officeDocument/2006/relationships" r:blip="">
          <dgm:adjLst/>
        </dgm:shape>
        <dgm:presOf/>
        <dgm:constrLst/>
        <dgm:forEach name="Name32" ref="accentRepeat"/>
      </dgm:layoutNode>
      <dgm:layoutNode name="Child6" styleLbl="node1">
        <dgm:varLst>
          <dgm:chMax val="0"/>
          <dgm:chPref val="0"/>
          <dgm:bulletEnabled val="1"/>
        </dgm:varLst>
        <dgm:alg type="tx">
          <dgm:param type="shpTxLTRAlignCh" val="ctr"/>
          <dgm:param type="txAnchorVertCh" val="mid"/>
        </dgm:alg>
        <dgm:shape xmlns:r="http://schemas.openxmlformats.org/officeDocument/2006/relationships" type="hexagon" r:blip="">
          <dgm:adjLst>
            <dgm:adj idx="1" val="0.2857"/>
            <dgm:adj idx="2" val="1.1547"/>
          </dgm:adjLst>
        </dgm:shape>
        <dgm:presOf axis="desOr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forEach>
  </dgm:layoutNode>
</dgm:layoutDef>
</file>

<file path=ppt/diagrams/layout3.xml><?xml version="1.0" encoding="utf-8"?>
<dgm:layoutDef xmlns:dgm="http://schemas.openxmlformats.org/drawingml/2006/diagram" xmlns:a="http://schemas.openxmlformats.org/drawingml/2006/main" uniqueId="urn:microsoft.com/office/officeart/2008/layout/AlternatingHexagons">
  <dgm:title val=""/>
  <dgm:desc val=""/>
  <dgm:catLst>
    <dgm:cat type="list" pri="15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40" srcId="0" destId="10" srcOrd="0" destOrd="0"/>
        <dgm:cxn modelId="12" srcId="10" destId="11" srcOrd="0" destOrd="0"/>
        <dgm:cxn modelId="50" srcId="0" destId="20" srcOrd="1" destOrd="0"/>
        <dgm:cxn modelId="22" srcId="20" destId="21" srcOrd="0" destOrd="0"/>
        <dgm:cxn modelId="60" srcId="0" destId="30" srcOrd="1" destOrd="0"/>
        <dgm:cxn modelId="32" srcId="30" destId="31" srcOrd="0"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Name0">
    <dgm:varLst>
      <dgm:chMax/>
      <dgm:chPref/>
      <dgm:dir/>
      <dgm:animLvl val="lvl"/>
    </dgm:varLst>
    <dgm:alg type="lin">
      <dgm:param type="linDir" val="fromT"/>
    </dgm:alg>
    <dgm:shape xmlns:r="http://schemas.openxmlformats.org/officeDocument/2006/relationships" r:blip="">
      <dgm:adjLst/>
    </dgm:shape>
    <dgm:constrLst>
      <dgm:constr type="primFontSz" for="des" forName="Parent1" val="65"/>
      <dgm:constr type="primFontSz" for="des" forName="Childtext1" refType="primFontSz" refFor="des" refForName="Parent1" op="lte"/>
      <dgm:constr type="w" for="ch" forName="composite" refType="w"/>
      <dgm:constr type="h" for="ch" forName="composite" refType="h"/>
      <dgm:constr type="h" for="ch" forName="spaceBetweenRectangles" refType="w" refFor="ch" refForName="composite" fact="-0.042"/>
      <dgm:constr type="sp" refType="h" refFor="ch" refForName="composite" op="equ" fact="0.1"/>
    </dgm:constrLst>
    <dgm:forEach name="nodesForEach" axis="ch" ptType="node">
      <dgm:layoutNode name="composite">
        <dgm:alg type="composite">
          <dgm:param type="ar" val="3.6"/>
        </dgm:alg>
        <dgm:shape xmlns:r="http://schemas.openxmlformats.org/officeDocument/2006/relationships" r:blip="">
          <dgm:adjLst/>
        </dgm:shape>
        <dgm:choose name="Name1">
          <dgm:if name="Name2" func="var" arg="dir" op="equ" val="norm">
            <dgm:choose name="Name3">
              <dgm:if name="Name4" axis="self" ptType="node" func="posOdd" op="equ" val="1">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dgm:constr type="h" for="ch" forName="BalanceSpacing" refType="h" fact="0.1"/>
                  <dgm:constr type="l" for="ch" forName="BalanceSpacing1" refType="w" fact="0.69"/>
                  <dgm:constr type="t" for="ch" forName="BalanceSpacing1" refType="h" fact="0.2"/>
                  <dgm:constr type="w" for="ch" forName="BalanceSpacing1" refType="w" fact="0.31"/>
                  <dgm:constr type="h" for="ch" forName="BalanceSpacing1" refType="h" fact="0.6"/>
                </dgm:constrLst>
              </dgm:if>
              <dgm:else name="Name5">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 type="l" for="ch" forName="BalanceSpacing1" refType="w" fact="0"/>
                  <dgm:constr type="t" for="ch" forName="BalanceSpacing1" refType="h" fact="0.2"/>
                  <dgm:constr type="w" for="ch" forName="BalanceSpacing1" refType="w" fact="0.3"/>
                  <dgm:constr type="h" for="ch" forName="BalanceSpacing1" refType="h" fact="0.6"/>
                </dgm:constrLst>
              </dgm:else>
            </dgm:choose>
          </dgm:if>
          <dgm:else name="Name6">
            <dgm:choose name="Name7">
              <dgm:if name="Name8" axis="self" ptType="node" func="posOdd" op="equ" val="1">
                <dgm:constrLst>
                  <dgm:constr type="l" for="ch" forName="Accent1" refType="w" fact="0.571"/>
                  <dgm:constr type="t" for="ch" forName="Accent1" refType="h" fact="0"/>
                  <dgm:constr type="h" for="ch" forName="Accent1" refType="h"/>
                  <dgm:constr type="w" for="ch" forName="Accent1" refType="h" fact="0.87"/>
                  <dgm:constr type="l" for="ch" forName="Accent1Text" refType="w" fact="0.571"/>
                  <dgm:constr type="t" for="ch" forName="Accent1Text" refType="h" fact="0"/>
                  <dgm:constr type="h" for="ch" forName="Accent1Text" refType="h"/>
                  <dgm:constr type="w" for="ch" forName="Accent1Text" refType="h" fact="0.87"/>
                  <dgm:constr type="l" for="ch" forName="Parent1" refType="w" fact="0.31"/>
                  <dgm:constr type="t" for="ch" forName="Parent1" refType="h" fact="0"/>
                  <dgm:constr type="h" for="ch" forName="Parent1" refType="h"/>
                  <dgm:constr type="w" for="ch" forName="Parent1" refType="h" fact="0.87"/>
                  <dgm:constr type="l" for="ch" forName="Childtext1" refType="w" fact="0"/>
                  <dgm:constr type="t" for="ch" forName="Childtext1" refType="h" fact="0.2"/>
                  <dgm:constr type="w" for="ch" forName="Childtext1" refType="w" fact="0.3"/>
                  <dgm:constr type="h" for="ch" forName="Childtext1" refType="h" fact="0.6"/>
                  <dgm:constr type="l" for="ch" forName="BalanceSpacing" refType="w" fact="0.82"/>
                  <dgm:constr type="t" for="ch" forName="BalanceSpacing" refType="h" fact="0"/>
                  <dgm:constr type="w" for="ch" forName="BalanceSpacing" refType="w" fact="0.18"/>
                  <dgm:constr type="h" for="ch" forName="BalanceSpacing" refType="h"/>
                </dgm:constrLst>
              </dgm:if>
              <dgm:else name="Name9">
                <dgm:constrLst>
                  <dgm:constr type="l" for="ch" forName="Accent1" refType="w" fact="0.18"/>
                  <dgm:constr type="t" for="ch" forName="Accent1" refType="h" fact="0"/>
                  <dgm:constr type="h" for="ch" forName="Accent1" refType="h"/>
                  <dgm:constr type="w" for="ch" forName="Accent1" refType="h" fact="0.87"/>
                  <dgm:constr type="l" for="ch" forName="Accent1Text" refType="w" fact="0.18"/>
                  <dgm:constr type="t" for="ch" forName="Accent1Text" refType="h" fact="0"/>
                  <dgm:constr type="h" for="ch" forName="Accent1Text" refType="h"/>
                  <dgm:constr type="w" for="ch" forName="Accent1Text" refType="h" fact="0.87"/>
                  <dgm:constr type="l" for="ch" forName="Parent1" refType="w" fact="0.441"/>
                  <dgm:constr type="t" for="ch" forName="Parent1" refType="h" fact="0"/>
                  <dgm:constr type="h" for="ch" forName="Parent1" refType="h"/>
                  <dgm:constr type="w" for="ch" forName="Parent1" refType="h" fact="0.87"/>
                  <dgm:constr type="l" for="ch" forName="Childtext1" refType="w" fact="0.69"/>
                  <dgm:constr type="t" for="ch" forName="Childtext1" refType="h" fact="0.2"/>
                  <dgm:constr type="w" for="ch" forName="Childtext1" refType="w" fact="0.31"/>
                  <dgm:constr type="h" for="ch" forName="Childtext1" refType="h" fact="0.6"/>
                  <dgm:constr type="l" for="ch" forName="BalanceSpacing" refType="w" fact="0"/>
                  <dgm:constr type="t" for="ch" forName="BalanceSpacing" refType="h" fact="0"/>
                  <dgm:constr type="w" for="ch" forName="BalanceSpacing" refType="w" fact="0.18"/>
                  <dgm:constr type="h" for="ch" forName="BalanceSpacing" refType="h"/>
                </dgm:constrLst>
              </dgm:else>
            </dgm:choose>
          </dgm:else>
        </dgm:choose>
        <dgm:layoutNode name="Parent1" styleLbl="node1">
          <dgm:varLst>
            <dgm:chMax val="1"/>
            <dgm:chPref val="1"/>
            <dgm:bulletEnabled val="1"/>
          </dgm:varLst>
          <dgm:alg type="tx"/>
          <dgm:shape xmlns:r="http://schemas.openxmlformats.org/officeDocument/2006/relationships" rot="90" type="hexagon" r:blip="">
            <dgm:adjLst>
              <dgm:adj idx="1" val="0.25"/>
              <dgm:adj idx="2" val="1.1547"/>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hildtext1" styleLbl="revTx">
          <dgm:varLst>
            <dgm:chMax val="0"/>
            <dgm:chPref val="0"/>
            <dgm:bulletEnabled val="1"/>
          </dgm:varLst>
          <dgm:choose name="Name10">
            <dgm:if name="Name11" func="var" arg="dir" op="equ" val="norm">
              <dgm:choose name="Name12">
                <dgm:if name="Name13" axis="self" ptType="node" func="posOdd" op="equ" val="1">
                  <dgm:alg type="tx">
                    <dgm:param type="parTxLTRAlign" val="l"/>
                  </dgm:alg>
                </dgm:if>
                <dgm:else name="Name14">
                  <dgm:alg type="tx">
                    <dgm:param type="parTxLTRAlign" val="r"/>
                  </dgm:alg>
                </dgm:else>
              </dgm:choose>
            </dgm:if>
            <dgm:else name="Name15">
              <dgm:choose name="Name16">
                <dgm:if name="Name17" axis="self" ptType="node" func="posOdd" op="equ" val="1">
                  <dgm:alg type="tx">
                    <dgm:param type="parTxLTRAlign" val="r"/>
                  </dgm:alg>
                </dgm:if>
                <dgm:else name="Name18">
                  <dgm:alg type="tx">
                    <dgm:param type="parTxLTRAlign" val="l"/>
                  </dgm:alg>
                </dgm:else>
              </dgm:choose>
            </dgm:else>
          </dgm:choose>
          <dgm:shape xmlns:r="http://schemas.openxmlformats.org/officeDocument/2006/relationships" type="rect" r:blip="">
            <dgm:adjLst/>
          </dgm:shape>
          <dgm:presOf axis="des"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BalanceSpacing">
          <dgm:alg type="sp"/>
          <dgm:shape xmlns:r="http://schemas.openxmlformats.org/officeDocument/2006/relationships" r:blip="">
            <dgm:adjLst/>
          </dgm:shape>
        </dgm:layoutNode>
        <dgm:layoutNode name="BalanceSpacing1">
          <dgm:alg type="sp"/>
          <dgm:shape xmlns:r="http://schemas.openxmlformats.org/officeDocument/2006/relationships" r:blip="">
            <dgm:adjLst/>
          </dgm:shape>
        </dgm:layoutNode>
        <dgm:forEach name="Name19" axis="followSib" ptType="sibTrans" hideLastTrans="0" cnt="1">
          <dgm:layoutNode name="Accent1Text" styleLbl="node1">
            <dgm:alg type="tx"/>
            <dgm:shape xmlns:r="http://schemas.openxmlformats.org/officeDocument/2006/relationships" rot="90" type="hexagon" r:blip="">
              <dgm:adjLst>
                <dgm:adj idx="1" val="0.25"/>
                <dgm:adj idx="2" val="1.1547"/>
              </dgm:adjLst>
            </dgm:shape>
            <dgm:presOf axis="self" ptType="sibTrans"/>
            <dgm:constrLst>
              <dgm:constr type="lMarg"/>
              <dgm:constr type="rMarg"/>
              <dgm:constr type="tMarg"/>
              <dgm:constr type="bMarg"/>
            </dgm:constrLst>
            <dgm:ruleLst>
              <dgm:rule type="primFontSz" val="5" fact="NaN" max="NaN"/>
            </dgm:ruleLst>
          </dgm:layoutNode>
        </dgm:forEach>
      </dgm:layoutNode>
      <dgm:forEach name="Name2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6.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7.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layout9.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5DDD56-CEC5-47A0-90A7-E4331E89CD3E}"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72E93E2-9724-4C7F-A7EE-1F7393D0E394}" type="slidenum">
              <a:rPr lang="en-US" smtClean="0"/>
              <a:t>‹#›</a:t>
            </a:fld>
            <a:endParaRPr lang="en-US"/>
          </a:p>
        </p:txBody>
      </p:sp>
    </p:spTree>
    <p:extLst>
      <p:ext uri="{BB962C8B-B14F-4D97-AF65-F5344CB8AC3E}">
        <p14:creationId xmlns:p14="http://schemas.microsoft.com/office/powerpoint/2010/main" val="2404646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SA" dirty="0"/>
          </a:p>
        </p:txBody>
      </p:sp>
      <p:sp>
        <p:nvSpPr>
          <p:cNvPr id="4" name="Slide Number Placeholder 3"/>
          <p:cNvSpPr>
            <a:spLocks noGrp="1"/>
          </p:cNvSpPr>
          <p:nvPr>
            <p:ph type="sldNum" sz="quarter" idx="5"/>
          </p:nvPr>
        </p:nvSpPr>
        <p:spPr/>
        <p:txBody>
          <a:bodyPr/>
          <a:lstStyle/>
          <a:p>
            <a:fld id="{872E93E2-9724-4C7F-A7EE-1F7393D0E394}" type="slidenum">
              <a:rPr lang="en-US" smtClean="0"/>
              <a:t>18</a:t>
            </a:fld>
            <a:endParaRPr lang="en-US"/>
          </a:p>
        </p:txBody>
      </p:sp>
    </p:spTree>
    <p:extLst>
      <p:ext uri="{BB962C8B-B14F-4D97-AF65-F5344CB8AC3E}">
        <p14:creationId xmlns:p14="http://schemas.microsoft.com/office/powerpoint/2010/main" val="10037032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72E93E2-9724-4C7F-A7EE-1F7393D0E394}" type="slidenum">
              <a:rPr lang="en-US" smtClean="0"/>
              <a:t>24</a:t>
            </a:fld>
            <a:endParaRPr lang="en-US"/>
          </a:p>
        </p:txBody>
      </p:sp>
    </p:spTree>
    <p:extLst>
      <p:ext uri="{BB962C8B-B14F-4D97-AF65-F5344CB8AC3E}">
        <p14:creationId xmlns:p14="http://schemas.microsoft.com/office/powerpoint/2010/main" val="1274119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9DD6B-977C-F0E2-5A9C-120EA4237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B75C74-D292-7C61-8F1D-89800C364D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80A89B-519F-643F-255C-5A997CB875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28BD952-D1BE-5218-12CF-BE6F8A3E84B1}"/>
              </a:ext>
            </a:extLst>
          </p:cNvPr>
          <p:cNvSpPr>
            <a:spLocks noGrp="1"/>
          </p:cNvSpPr>
          <p:nvPr>
            <p:ph type="sldNum" sz="quarter" idx="5"/>
          </p:nvPr>
        </p:nvSpPr>
        <p:spPr/>
        <p:txBody>
          <a:bodyPr/>
          <a:lstStyle/>
          <a:p>
            <a:fld id="{872E93E2-9724-4C7F-A7EE-1F7393D0E394}" type="slidenum">
              <a:rPr lang="en-US" smtClean="0"/>
              <a:t>25</a:t>
            </a:fld>
            <a:endParaRPr lang="en-US"/>
          </a:p>
        </p:txBody>
      </p:sp>
    </p:spTree>
    <p:extLst>
      <p:ext uri="{BB962C8B-B14F-4D97-AF65-F5344CB8AC3E}">
        <p14:creationId xmlns:p14="http://schemas.microsoft.com/office/powerpoint/2010/main" val="42345665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emf"/></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emf"/><Relationship Id="rId3" Type="http://schemas.openxmlformats.org/officeDocument/2006/relationships/image" Target="../media/image11.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e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 Id="rId3" Type="http://schemas.openxmlformats.org/officeDocument/2006/relationships/image" Target="../media/image19.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CFF36182-3856-E15C-BED1-044B1442D134}"/>
              </a:ext>
            </a:extLst>
          </p:cNvPr>
          <p:cNvGrpSpPr/>
          <p:nvPr userDrawn="1"/>
        </p:nvGrpSpPr>
        <p:grpSpPr>
          <a:xfrm>
            <a:off x="-5731" y="0"/>
            <a:ext cx="12197731" cy="6893344"/>
            <a:chOff x="-5731" y="0"/>
            <a:chExt cx="12197731" cy="6893344"/>
          </a:xfrm>
        </p:grpSpPr>
        <p:pic>
          <p:nvPicPr>
            <p:cNvPr id="12" name="Picture 11">
              <a:extLst>
                <a:ext uri="{FF2B5EF4-FFF2-40B4-BE49-F238E27FC236}">
                  <a16:creationId xmlns:a16="http://schemas.microsoft.com/office/drawing/2014/main" id="{DAB2F5CE-1480-9274-F00F-65BAE20D4300}"/>
                </a:ext>
              </a:extLst>
            </p:cNvPr>
            <p:cNvPicPr>
              <a:picLocks noChangeAspect="1"/>
            </p:cNvPicPr>
            <p:nvPr userDrawn="1"/>
          </p:nvPicPr>
          <p:blipFill>
            <a:blip r:embed="rId2">
              <a:extLst>
                <a:ext uri="{28A0092B-C50C-407E-A947-70E740481C1C}">
                  <a14:useLocalDpi xmlns:a14="http://schemas.microsoft.com/office/drawing/2010/main" val="0"/>
                </a:ext>
              </a:extLst>
            </a:blip>
            <a:srcRect t="12151"/>
            <a:stretch/>
          </p:blipFill>
          <p:spPr>
            <a:xfrm>
              <a:off x="-1" y="609600"/>
              <a:ext cx="8410361" cy="5486400"/>
            </a:xfrm>
            <a:prstGeom prst="rect">
              <a:avLst/>
            </a:prstGeom>
          </p:spPr>
        </p:pic>
        <p:pic>
          <p:nvPicPr>
            <p:cNvPr id="14" name="Picture 13" descr="A blue and white flag&#10;&#10;Description automatically generated">
              <a:extLst>
                <a:ext uri="{FF2B5EF4-FFF2-40B4-BE49-F238E27FC236}">
                  <a16:creationId xmlns:a16="http://schemas.microsoft.com/office/drawing/2014/main" id="{0145191E-CF1C-2B81-D1D0-D6A29FF454C6}"/>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731" y="0"/>
              <a:ext cx="12197731" cy="6893344"/>
            </a:xfrm>
            <a:prstGeom prst="rect">
              <a:avLst/>
            </a:prstGeom>
          </p:spPr>
        </p:pic>
      </p:grpSp>
      <p:sp>
        <p:nvSpPr>
          <p:cNvPr id="3" name="Subtitle 2">
            <a:extLst>
              <a:ext uri="{FF2B5EF4-FFF2-40B4-BE49-F238E27FC236}">
                <a16:creationId xmlns:a16="http://schemas.microsoft.com/office/drawing/2014/main" id="{1546534F-08D7-BBA4-4EFA-6D7B2D0BC8BE}"/>
              </a:ext>
            </a:extLst>
          </p:cNvPr>
          <p:cNvSpPr>
            <a:spLocks noGrp="1"/>
          </p:cNvSpPr>
          <p:nvPr>
            <p:ph type="subTitle" idx="1"/>
          </p:nvPr>
        </p:nvSpPr>
        <p:spPr>
          <a:xfrm>
            <a:off x="-5731" y="5547359"/>
            <a:ext cx="6355080" cy="1307941"/>
          </a:xfrm>
        </p:spPr>
        <p:txBody>
          <a:bodyPr/>
          <a:lstStyle>
            <a:lvl1pPr marL="0" indent="0" algn="l">
              <a:buNone/>
              <a:defRPr sz="2400">
                <a:solidFill>
                  <a:srgbClr val="8CA6C9"/>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2" name="Title 1">
            <a:extLst>
              <a:ext uri="{FF2B5EF4-FFF2-40B4-BE49-F238E27FC236}">
                <a16:creationId xmlns:a16="http://schemas.microsoft.com/office/drawing/2014/main" id="{1CBEF2AF-ADC5-D8D8-BD8A-E55E89BCD2D8}"/>
              </a:ext>
            </a:extLst>
          </p:cNvPr>
          <p:cNvSpPr>
            <a:spLocks noGrp="1"/>
          </p:cNvSpPr>
          <p:nvPr>
            <p:ph type="ctrTitle"/>
          </p:nvPr>
        </p:nvSpPr>
        <p:spPr>
          <a:xfrm>
            <a:off x="121920" y="4345354"/>
            <a:ext cx="6233160" cy="1613486"/>
          </a:xfrm>
          <a:ln>
            <a:noFill/>
          </a:ln>
        </p:spPr>
        <p:txBody>
          <a:bodyPr anchor="ctr">
            <a:normAutofit/>
          </a:bodyPr>
          <a:lstStyle>
            <a:lvl1pPr marL="571500" indent="-571500" algn="l">
              <a:buFontTx/>
              <a:buBlip>
                <a:blip r:embed="rId4"/>
              </a:buBlip>
              <a:defRPr sz="3600">
                <a:solidFill>
                  <a:srgbClr val="F2E8D9"/>
                </a:solidFill>
              </a:defRPr>
            </a:lvl1pPr>
          </a:lstStyle>
          <a:p>
            <a:r>
              <a:rPr lang="en-US" dirty="0"/>
              <a:t>Click to edit Master title style</a:t>
            </a:r>
          </a:p>
        </p:txBody>
      </p:sp>
      <p:sp>
        <p:nvSpPr>
          <p:cNvPr id="4" name="Rectangle 3">
            <a:extLst>
              <a:ext uri="{FF2B5EF4-FFF2-40B4-BE49-F238E27FC236}">
                <a16:creationId xmlns:a16="http://schemas.microsoft.com/office/drawing/2014/main" id="{EF7B43BA-EF11-CDA5-B691-B9FB4990EEFD}"/>
              </a:ext>
            </a:extLst>
          </p:cNvPr>
          <p:cNvSpPr/>
          <p:nvPr userDrawn="1"/>
        </p:nvSpPr>
        <p:spPr>
          <a:xfrm>
            <a:off x="9305925" y="5657850"/>
            <a:ext cx="2571750" cy="1019175"/>
          </a:xfrm>
          <a:prstGeom prst="rect">
            <a:avLst/>
          </a:prstGeom>
          <a:solidFill>
            <a:srgbClr val="0E314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ack and white logo&#10;&#10;Description automatically generated">
            <a:extLst>
              <a:ext uri="{FF2B5EF4-FFF2-40B4-BE49-F238E27FC236}">
                <a16:creationId xmlns:a16="http://schemas.microsoft.com/office/drawing/2014/main" id="{1196A2ED-86BC-E8DC-85F4-9DEE7E7CBC8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155904" y="4823459"/>
            <a:ext cx="4036096" cy="1019175"/>
          </a:xfrm>
          <a:prstGeom prst="rect">
            <a:avLst/>
          </a:prstGeom>
        </p:spPr>
      </p:pic>
    </p:spTree>
    <p:extLst>
      <p:ext uri="{BB962C8B-B14F-4D97-AF65-F5344CB8AC3E}">
        <p14:creationId xmlns:p14="http://schemas.microsoft.com/office/powerpoint/2010/main" val="1815552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71265-FAD1-8FBE-0A17-64283238F86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AB06359-1F5F-AF9D-72D6-21B35E70C48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51D966-97AF-55F3-A41D-5EB08E53B9F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F318DC16-BF55-42C7-05CB-A94B9EFE8D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3FA98F-947B-1254-7B1F-8C7A2F44C067}"/>
              </a:ext>
            </a:extLst>
          </p:cNvPr>
          <p:cNvSpPr>
            <a:spLocks noGrp="1"/>
          </p:cNvSpPr>
          <p:nvPr>
            <p:ph type="sldNum" sz="quarter" idx="12"/>
          </p:nvPr>
        </p:nvSpPr>
        <p:spPr/>
        <p:txBody>
          <a:bodyPr/>
          <a:lstStyle/>
          <a:p>
            <a:fld id="{A29190EB-7945-4811-B3CB-0217A9F45703}" type="slidenum">
              <a:rPr lang="en-US" smtClean="0"/>
              <a:t>‹#›</a:t>
            </a:fld>
            <a:endParaRPr lang="en-US"/>
          </a:p>
        </p:txBody>
      </p:sp>
      <p:pic>
        <p:nvPicPr>
          <p:cNvPr id="8" name="Picture 7">
            <a:extLst>
              <a:ext uri="{FF2B5EF4-FFF2-40B4-BE49-F238E27FC236}">
                <a16:creationId xmlns:a16="http://schemas.microsoft.com/office/drawing/2014/main" id="{5B3A5F01-B1E0-E08D-3E0D-0D5C37FD39E1}"/>
              </a:ext>
            </a:extLst>
          </p:cNvPr>
          <p:cNvPicPr>
            <a:picLocks noChangeAspect="1"/>
          </p:cNvPicPr>
          <p:nvPr userDrawn="1"/>
        </p:nvPicPr>
        <p:blipFill>
          <a:blip r:embed="rId2"/>
          <a:stretch>
            <a:fillRect/>
          </a:stretch>
        </p:blipFill>
        <p:spPr>
          <a:xfrm>
            <a:off x="0" y="0"/>
            <a:ext cx="12192000" cy="6904440"/>
          </a:xfrm>
          <a:prstGeom prst="rect">
            <a:avLst/>
          </a:prstGeom>
        </p:spPr>
      </p:pic>
      <p:sp>
        <p:nvSpPr>
          <p:cNvPr id="9" name="Rectangle 8">
            <a:extLst>
              <a:ext uri="{FF2B5EF4-FFF2-40B4-BE49-F238E27FC236}">
                <a16:creationId xmlns:a16="http://schemas.microsoft.com/office/drawing/2014/main" id="{E1D24E7C-5473-F124-DD3B-ED264C559F8C}"/>
              </a:ext>
            </a:extLst>
          </p:cNvPr>
          <p:cNvSpPr/>
          <p:nvPr userDrawn="1"/>
        </p:nvSpPr>
        <p:spPr>
          <a:xfrm>
            <a:off x="0" y="0"/>
            <a:ext cx="12192000" cy="6904440"/>
          </a:xfrm>
          <a:prstGeom prst="rect">
            <a:avLst/>
          </a:prstGeom>
          <a:solidFill>
            <a:srgbClr val="041432">
              <a:alpha val="75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a:extLst>
              <a:ext uri="{FF2B5EF4-FFF2-40B4-BE49-F238E27FC236}">
                <a16:creationId xmlns:a16="http://schemas.microsoft.com/office/drawing/2014/main" id="{8856F4F3-55EB-7E6B-6BEC-53B4C3D40885}"/>
              </a:ext>
            </a:extLst>
          </p:cNvPr>
          <p:cNvSpPr txBox="1"/>
          <p:nvPr userDrawn="1"/>
        </p:nvSpPr>
        <p:spPr>
          <a:xfrm>
            <a:off x="3581400" y="3488971"/>
            <a:ext cx="5166360" cy="2215991"/>
          </a:xfrm>
          <a:prstGeom prst="rect">
            <a:avLst/>
          </a:prstGeom>
          <a:noFill/>
        </p:spPr>
        <p:txBody>
          <a:bodyPr wrap="square" rtlCol="0">
            <a:spAutoFit/>
          </a:bodyPr>
          <a:lstStyle/>
          <a:p>
            <a:pPr algn="ctr" rtl="1"/>
            <a:r>
              <a:rPr lang="en-US" sz="13800" b="0" dirty="0">
                <a:solidFill>
                  <a:srgbClr val="BAA38F"/>
                </a:solidFill>
                <a:latin typeface="_Nemad" pitchFamily="2" charset="0"/>
              </a:rPr>
              <a:t>j</a:t>
            </a:r>
            <a:endParaRPr lang="ar-SA" sz="13800" b="0" dirty="0">
              <a:solidFill>
                <a:srgbClr val="BAA38F"/>
              </a:solidFill>
              <a:latin typeface="_Nemad" pitchFamily="2" charset="0"/>
            </a:endParaRPr>
          </a:p>
        </p:txBody>
      </p:sp>
    </p:spTree>
    <p:extLst>
      <p:ext uri="{BB962C8B-B14F-4D97-AF65-F5344CB8AC3E}">
        <p14:creationId xmlns:p14="http://schemas.microsoft.com/office/powerpoint/2010/main" val="1120271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977303E-1BFF-56DC-10AC-4B4B365EEA2D}"/>
              </a:ext>
            </a:extLst>
          </p:cNvPr>
          <p:cNvPicPr>
            <a:picLocks noChangeAspect="1"/>
          </p:cNvPicPr>
          <p:nvPr userDrawn="1"/>
        </p:nvPicPr>
        <p:blipFill>
          <a:blip r:embed="rId2"/>
          <a:stretch>
            <a:fillRect/>
          </a:stretch>
        </p:blipFill>
        <p:spPr>
          <a:xfrm rot="10800000">
            <a:off x="0" y="-23654"/>
            <a:ext cx="12191999" cy="6905308"/>
          </a:xfrm>
          <a:prstGeom prst="rect">
            <a:avLst/>
          </a:prstGeom>
        </p:spPr>
      </p:pic>
      <p:sp>
        <p:nvSpPr>
          <p:cNvPr id="18" name="Rectangle 17">
            <a:extLst>
              <a:ext uri="{FF2B5EF4-FFF2-40B4-BE49-F238E27FC236}">
                <a16:creationId xmlns:a16="http://schemas.microsoft.com/office/drawing/2014/main" id="{229B960A-2C7C-DC1E-0A77-8A37BE6D7BD9}"/>
              </a:ext>
            </a:extLst>
          </p:cNvPr>
          <p:cNvSpPr/>
          <p:nvPr userDrawn="1"/>
        </p:nvSpPr>
        <p:spPr>
          <a:xfrm>
            <a:off x="0" y="0"/>
            <a:ext cx="12192000" cy="6904440"/>
          </a:xfrm>
          <a:prstGeom prst="rect">
            <a:avLst/>
          </a:prstGeom>
          <a:solidFill>
            <a:srgbClr val="041432">
              <a:alpha val="44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itle 1">
            <a:extLst>
              <a:ext uri="{FF2B5EF4-FFF2-40B4-BE49-F238E27FC236}">
                <a16:creationId xmlns:a16="http://schemas.microsoft.com/office/drawing/2014/main" id="{6B91BF8E-0D09-448D-DEFD-AD56F41130BD}"/>
              </a:ext>
            </a:extLst>
          </p:cNvPr>
          <p:cNvSpPr>
            <a:spLocks noGrp="1"/>
          </p:cNvSpPr>
          <p:nvPr>
            <p:ph type="title"/>
          </p:nvPr>
        </p:nvSpPr>
        <p:spPr>
          <a:xfrm>
            <a:off x="6716149" y="0"/>
            <a:ext cx="5475850" cy="1325563"/>
          </a:xfrm>
        </p:spPr>
        <p:txBody>
          <a:bodyPr>
            <a:normAutofit/>
          </a:bodyPr>
          <a:lstStyle>
            <a:lvl1pPr>
              <a:defRPr sz="2800">
                <a:solidFill>
                  <a:srgbClr val="F2E8D9"/>
                </a:solidFill>
              </a:defRPr>
            </a:lvl1pPr>
          </a:lstStyle>
          <a:p>
            <a:r>
              <a:rPr lang="en-US" dirty="0"/>
              <a:t>Click to edit Master title style</a:t>
            </a:r>
          </a:p>
        </p:txBody>
      </p:sp>
      <p:grpSp>
        <p:nvGrpSpPr>
          <p:cNvPr id="30" name="Group 29">
            <a:extLst>
              <a:ext uri="{FF2B5EF4-FFF2-40B4-BE49-F238E27FC236}">
                <a16:creationId xmlns:a16="http://schemas.microsoft.com/office/drawing/2014/main" id="{B78FCF54-74DA-DD53-C6B7-E222A822F859}"/>
              </a:ext>
            </a:extLst>
          </p:cNvPr>
          <p:cNvGrpSpPr/>
          <p:nvPr userDrawn="1"/>
        </p:nvGrpSpPr>
        <p:grpSpPr>
          <a:xfrm>
            <a:off x="0" y="5767450"/>
            <a:ext cx="12192000" cy="1160646"/>
            <a:chOff x="0" y="5767450"/>
            <a:chExt cx="12192000" cy="1160646"/>
          </a:xfrm>
        </p:grpSpPr>
        <p:pic>
          <p:nvPicPr>
            <p:cNvPr id="28" name="Picture 27" descr="A pattern of lines and dots&#10;&#10;Description automatically generated">
              <a:extLst>
                <a:ext uri="{FF2B5EF4-FFF2-40B4-BE49-F238E27FC236}">
                  <a16:creationId xmlns:a16="http://schemas.microsoft.com/office/drawing/2014/main" id="{49824A98-B50E-0AFA-7940-588CD0A1890F}"/>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l="3356" r="1194" b="55503"/>
            <a:stretch/>
          </p:blipFill>
          <p:spPr>
            <a:xfrm>
              <a:off x="0" y="5767450"/>
              <a:ext cx="6095098" cy="1160646"/>
            </a:xfrm>
            <a:prstGeom prst="rect">
              <a:avLst/>
            </a:prstGeom>
          </p:spPr>
        </p:pic>
        <p:pic>
          <p:nvPicPr>
            <p:cNvPr id="29" name="Picture 28" descr="A pattern of lines and dots&#10;&#10;Description automatically generated">
              <a:extLst>
                <a:ext uri="{FF2B5EF4-FFF2-40B4-BE49-F238E27FC236}">
                  <a16:creationId xmlns:a16="http://schemas.microsoft.com/office/drawing/2014/main" id="{6CCC5C0F-EB26-4A90-2045-A58FE143F7A3}"/>
                </a:ext>
              </a:extLst>
            </p:cNvPr>
            <p:cNvPicPr>
              <a:picLocks noChangeAspect="1"/>
            </p:cNvPicPr>
            <p:nvPr userDrawn="1"/>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r="3629" b="55503"/>
            <a:stretch/>
          </p:blipFill>
          <p:spPr>
            <a:xfrm>
              <a:off x="6038127" y="5767450"/>
              <a:ext cx="6153873" cy="1160646"/>
            </a:xfrm>
            <a:prstGeom prst="rect">
              <a:avLst/>
            </a:prstGeom>
          </p:spPr>
        </p:pic>
      </p:grpSp>
    </p:spTree>
    <p:extLst>
      <p:ext uri="{BB962C8B-B14F-4D97-AF65-F5344CB8AC3E}">
        <p14:creationId xmlns:p14="http://schemas.microsoft.com/office/powerpoint/2010/main" val="690002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63C4BF8-C0CF-198C-DB33-210AB7FD2F4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114" b="883"/>
          <a:stretch/>
        </p:blipFill>
        <p:spPr>
          <a:xfrm>
            <a:off x="0" y="9863"/>
            <a:ext cx="12286524" cy="6838273"/>
          </a:xfrm>
          <a:prstGeom prst="rect">
            <a:avLst/>
          </a:prstGeom>
          <a:ln w="76200">
            <a:noFill/>
          </a:ln>
        </p:spPr>
      </p:pic>
      <p:sp>
        <p:nvSpPr>
          <p:cNvPr id="16" name="Footer Placeholder 4">
            <a:extLst>
              <a:ext uri="{FF2B5EF4-FFF2-40B4-BE49-F238E27FC236}">
                <a16:creationId xmlns:a16="http://schemas.microsoft.com/office/drawing/2014/main" id="{301CEBF1-5A05-3D06-9FD6-4F503E5BEF7D}"/>
              </a:ext>
            </a:extLst>
          </p:cNvPr>
          <p:cNvSpPr>
            <a:spLocks noGrp="1"/>
          </p:cNvSpPr>
          <p:nvPr>
            <p:ph type="ftr" sz="quarter" idx="3"/>
          </p:nvPr>
        </p:nvSpPr>
        <p:spPr>
          <a:xfrm>
            <a:off x="0" y="6473148"/>
            <a:ext cx="4114800" cy="365125"/>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Tree>
    <p:extLst>
      <p:ext uri="{BB962C8B-B14F-4D97-AF65-F5344CB8AC3E}">
        <p14:creationId xmlns:p14="http://schemas.microsoft.com/office/powerpoint/2010/main" val="7015484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pic>
        <p:nvPicPr>
          <p:cNvPr id="3" name="Picture 2" descr="A large rock with a logo on it&#10;&#10;Description automatically generated">
            <a:extLst>
              <a:ext uri="{FF2B5EF4-FFF2-40B4-BE49-F238E27FC236}">
                <a16:creationId xmlns:a16="http://schemas.microsoft.com/office/drawing/2014/main" id="{461B59EE-3717-ABB2-C255-8A97892EBC3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2210"/>
            <a:ext cx="12192000" cy="6882420"/>
          </a:xfrm>
          <a:prstGeom prst="rect">
            <a:avLst/>
          </a:prstGeom>
        </p:spPr>
      </p:pic>
      <p:sp>
        <p:nvSpPr>
          <p:cNvPr id="5" name="Footer Placeholder 4">
            <a:extLst>
              <a:ext uri="{FF2B5EF4-FFF2-40B4-BE49-F238E27FC236}">
                <a16:creationId xmlns:a16="http://schemas.microsoft.com/office/drawing/2014/main" id="{7CFA33D8-C805-66AB-4A2C-BCFF9C7011E3}"/>
              </a:ext>
            </a:extLst>
          </p:cNvPr>
          <p:cNvSpPr>
            <a:spLocks noGrp="1"/>
          </p:cNvSpPr>
          <p:nvPr>
            <p:ph type="ftr" sz="quarter" idx="3"/>
          </p:nvPr>
        </p:nvSpPr>
        <p:spPr>
          <a:xfrm>
            <a:off x="0" y="6473148"/>
            <a:ext cx="4114800" cy="365125"/>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Tree>
    <p:extLst>
      <p:ext uri="{BB962C8B-B14F-4D97-AF65-F5344CB8AC3E}">
        <p14:creationId xmlns:p14="http://schemas.microsoft.com/office/powerpoint/2010/main" val="2736871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2_Title Only-02">
    <p:spTree>
      <p:nvGrpSpPr>
        <p:cNvPr id="1" name=""/>
        <p:cNvGrpSpPr/>
        <p:nvPr/>
      </p:nvGrpSpPr>
      <p:grpSpPr>
        <a:xfrm>
          <a:off x="0" y="0"/>
          <a:ext cx="0" cy="0"/>
          <a:chOff x="0" y="0"/>
          <a:chExt cx="0" cy="0"/>
        </a:xfrm>
      </p:grpSpPr>
      <p:pic>
        <p:nvPicPr>
          <p:cNvPr id="3" name="Picture 2" descr="A blue and black logo&#10;&#10;Description automatically generated">
            <a:extLst>
              <a:ext uri="{FF2B5EF4-FFF2-40B4-BE49-F238E27FC236}">
                <a16:creationId xmlns:a16="http://schemas.microsoft.com/office/drawing/2014/main" id="{D53354FA-2319-E65A-99FE-BCB1BF8DF33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925" y="0"/>
            <a:ext cx="12209850" cy="6858000"/>
          </a:xfrm>
          <a:prstGeom prst="rect">
            <a:avLst/>
          </a:prstGeom>
        </p:spPr>
      </p:pic>
      <p:sp>
        <p:nvSpPr>
          <p:cNvPr id="2" name="Title 1">
            <a:extLst>
              <a:ext uri="{FF2B5EF4-FFF2-40B4-BE49-F238E27FC236}">
                <a16:creationId xmlns:a16="http://schemas.microsoft.com/office/drawing/2014/main" id="{506F66EA-3C49-A3C0-D8C1-27604F67277A}"/>
              </a:ext>
            </a:extLst>
          </p:cNvPr>
          <p:cNvSpPr>
            <a:spLocks noGrp="1"/>
          </p:cNvSpPr>
          <p:nvPr>
            <p:ph type="title"/>
          </p:nvPr>
        </p:nvSpPr>
        <p:spPr>
          <a:xfrm>
            <a:off x="6622366" y="2766218"/>
            <a:ext cx="5475850" cy="1325563"/>
          </a:xfrm>
        </p:spPr>
        <p:txBody>
          <a:bodyPr>
            <a:normAutofit/>
          </a:bodyPr>
          <a:lstStyle>
            <a:lvl1pPr>
              <a:defRPr sz="2800">
                <a:solidFill>
                  <a:srgbClr val="0E314F"/>
                </a:solidFill>
              </a:defRPr>
            </a:lvl1pPr>
          </a:lstStyle>
          <a:p>
            <a:r>
              <a:rPr lang="en-US" dirty="0"/>
              <a:t>Click to edit Master title style</a:t>
            </a:r>
          </a:p>
        </p:txBody>
      </p:sp>
      <p:sp>
        <p:nvSpPr>
          <p:cNvPr id="4" name="Footer Placeholder 4">
            <a:extLst>
              <a:ext uri="{FF2B5EF4-FFF2-40B4-BE49-F238E27FC236}">
                <a16:creationId xmlns:a16="http://schemas.microsoft.com/office/drawing/2014/main" id="{A9F996E8-88F9-56AD-8C2A-71DAC4F947CD}"/>
              </a:ext>
            </a:extLst>
          </p:cNvPr>
          <p:cNvSpPr>
            <a:spLocks noGrp="1"/>
          </p:cNvSpPr>
          <p:nvPr>
            <p:ph type="ftr" sz="quarter" idx="3"/>
          </p:nvPr>
        </p:nvSpPr>
        <p:spPr>
          <a:xfrm>
            <a:off x="0" y="6473148"/>
            <a:ext cx="4114800" cy="365125"/>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Tree>
    <p:extLst>
      <p:ext uri="{BB962C8B-B14F-4D97-AF65-F5344CB8AC3E}">
        <p14:creationId xmlns:p14="http://schemas.microsoft.com/office/powerpoint/2010/main" val="3423468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2_Title Only-03">
    <p:spTree>
      <p:nvGrpSpPr>
        <p:cNvPr id="1" name=""/>
        <p:cNvGrpSpPr/>
        <p:nvPr/>
      </p:nvGrpSpPr>
      <p:grpSpPr>
        <a:xfrm>
          <a:off x="0" y="0"/>
          <a:ext cx="0" cy="0"/>
          <a:chOff x="0" y="0"/>
          <a:chExt cx="0" cy="0"/>
        </a:xfrm>
      </p:grpSpPr>
      <p:pic>
        <p:nvPicPr>
          <p:cNvPr id="4" name="Picture 3" descr="A brown logo with a white stripe&#10;&#10;Description automatically generated with medium confidence">
            <a:extLst>
              <a:ext uri="{FF2B5EF4-FFF2-40B4-BE49-F238E27FC236}">
                <a16:creationId xmlns:a16="http://schemas.microsoft.com/office/drawing/2014/main" id="{8510C5A4-8710-F070-621B-704BEAFE518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877" y="0"/>
            <a:ext cx="12227754" cy="6858000"/>
          </a:xfrm>
          <a:prstGeom prst="rect">
            <a:avLst/>
          </a:prstGeom>
        </p:spPr>
      </p:pic>
      <p:sp>
        <p:nvSpPr>
          <p:cNvPr id="2" name="Title 1">
            <a:extLst>
              <a:ext uri="{FF2B5EF4-FFF2-40B4-BE49-F238E27FC236}">
                <a16:creationId xmlns:a16="http://schemas.microsoft.com/office/drawing/2014/main" id="{506F66EA-3C49-A3C0-D8C1-27604F67277A}"/>
              </a:ext>
            </a:extLst>
          </p:cNvPr>
          <p:cNvSpPr>
            <a:spLocks noGrp="1"/>
          </p:cNvSpPr>
          <p:nvPr>
            <p:ph type="title"/>
          </p:nvPr>
        </p:nvSpPr>
        <p:spPr>
          <a:xfrm>
            <a:off x="6622366" y="2766218"/>
            <a:ext cx="5475850" cy="1325563"/>
          </a:xfrm>
        </p:spPr>
        <p:txBody>
          <a:bodyPr>
            <a:normAutofit/>
          </a:bodyPr>
          <a:lstStyle>
            <a:lvl1pPr>
              <a:defRPr sz="2800">
                <a:solidFill>
                  <a:srgbClr val="F2E8D9"/>
                </a:solidFill>
              </a:defRPr>
            </a:lvl1pPr>
          </a:lstStyle>
          <a:p>
            <a:r>
              <a:rPr lang="en-US" dirty="0"/>
              <a:t>Click to edit Master title style</a:t>
            </a:r>
          </a:p>
        </p:txBody>
      </p:sp>
      <p:sp>
        <p:nvSpPr>
          <p:cNvPr id="5" name="Footer Placeholder 4">
            <a:extLst>
              <a:ext uri="{FF2B5EF4-FFF2-40B4-BE49-F238E27FC236}">
                <a16:creationId xmlns:a16="http://schemas.microsoft.com/office/drawing/2014/main" id="{2F6276EC-D51F-F75F-C4C1-22C3E957DE0C}"/>
              </a:ext>
            </a:extLst>
          </p:cNvPr>
          <p:cNvSpPr>
            <a:spLocks noGrp="1"/>
          </p:cNvSpPr>
          <p:nvPr>
            <p:ph type="ftr" sz="quarter" idx="3"/>
          </p:nvPr>
        </p:nvSpPr>
        <p:spPr>
          <a:xfrm>
            <a:off x="0" y="6473148"/>
            <a:ext cx="4114800" cy="365125"/>
          </a:xfrm>
          <a:prstGeom prst="rect">
            <a:avLst/>
          </a:prstGeom>
        </p:spPr>
        <p:txBody>
          <a:bodyPr vert="horz" lIns="91440" tIns="45720" rIns="91440" bIns="45720" rtlCol="0" anchor="ctr"/>
          <a:lstStyle>
            <a:lvl1pPr algn="l">
              <a:defRPr sz="1000">
                <a:solidFill>
                  <a:schemeClr val="bg1"/>
                </a:solidFill>
              </a:defRPr>
            </a:lvl1pPr>
          </a:lstStyle>
          <a:p>
            <a:endParaRPr lang="en-US" dirty="0"/>
          </a:p>
        </p:txBody>
      </p:sp>
    </p:spTree>
    <p:extLst>
      <p:ext uri="{BB962C8B-B14F-4D97-AF65-F5344CB8AC3E}">
        <p14:creationId xmlns:p14="http://schemas.microsoft.com/office/powerpoint/2010/main" val="4007239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pic>
        <p:nvPicPr>
          <p:cNvPr id="7" name="Picture 6" descr="A close-up of a logo&#10;&#10;Description automatically generated">
            <a:extLst>
              <a:ext uri="{FF2B5EF4-FFF2-40B4-BE49-F238E27FC236}">
                <a16:creationId xmlns:a16="http://schemas.microsoft.com/office/drawing/2014/main" id="{56273E85-8F79-F8A3-8955-BC34D290BACE}"/>
              </a:ext>
            </a:extLst>
          </p:cNvPr>
          <p:cNvPicPr>
            <a:picLocks noChangeAspect="1"/>
          </p:cNvPicPr>
          <p:nvPr userDrawn="1"/>
        </p:nvPicPr>
        <p:blipFill>
          <a:blip r:embed="rId2">
            <a:extLst>
              <a:ext uri="{28A0092B-C50C-407E-A947-70E740481C1C}">
                <a14:useLocalDpi xmlns:a14="http://schemas.microsoft.com/office/drawing/2010/main" val="0"/>
              </a:ext>
            </a:extLst>
          </a:blip>
          <a:srcRect t="604" r="817" b="1250"/>
          <a:stretch/>
        </p:blipFill>
        <p:spPr>
          <a:xfrm>
            <a:off x="5079" y="0"/>
            <a:ext cx="12251236" cy="6849158"/>
          </a:xfrm>
          <a:prstGeom prst="rect">
            <a:avLst/>
          </a:prstGeom>
        </p:spPr>
      </p:pic>
      <p:sp>
        <p:nvSpPr>
          <p:cNvPr id="2" name="Title 1">
            <a:extLst>
              <a:ext uri="{FF2B5EF4-FFF2-40B4-BE49-F238E27FC236}">
                <a16:creationId xmlns:a16="http://schemas.microsoft.com/office/drawing/2014/main" id="{807B3053-7D5C-B064-FB29-42918364FA7F}"/>
              </a:ext>
            </a:extLst>
          </p:cNvPr>
          <p:cNvSpPr>
            <a:spLocks noGrp="1"/>
          </p:cNvSpPr>
          <p:nvPr>
            <p:ph type="title"/>
          </p:nvPr>
        </p:nvSpPr>
        <p:spPr>
          <a:xfrm>
            <a:off x="6858000" y="2579235"/>
            <a:ext cx="5334000" cy="1325563"/>
          </a:xfrm>
        </p:spPr>
        <p:txBody>
          <a:bodyPr>
            <a:normAutofit/>
          </a:bodyPr>
          <a:lstStyle>
            <a:lvl1pPr>
              <a:defRPr sz="2800">
                <a:solidFill>
                  <a:srgbClr val="0E314F"/>
                </a:solidFill>
              </a:defRPr>
            </a:lvl1pPr>
          </a:lstStyle>
          <a:p>
            <a:r>
              <a:rPr lang="en-US" dirty="0"/>
              <a:t>Click to edit Master title style</a:t>
            </a:r>
          </a:p>
        </p:txBody>
      </p:sp>
    </p:spTree>
    <p:extLst>
      <p:ext uri="{BB962C8B-B14F-4D97-AF65-F5344CB8AC3E}">
        <p14:creationId xmlns:p14="http://schemas.microsoft.com/office/powerpoint/2010/main" val="1541038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9515B1C-6542-27EF-1744-62104BA4342F}"/>
              </a:ext>
            </a:extLst>
          </p:cNvPr>
          <p:cNvSpPr/>
          <p:nvPr userDrawn="1"/>
        </p:nvSpPr>
        <p:spPr>
          <a:xfrm>
            <a:off x="-1" y="0"/>
            <a:ext cx="12280739" cy="6858000"/>
          </a:xfrm>
          <a:prstGeom prst="rect">
            <a:avLst/>
          </a:prstGeom>
          <a:solidFill>
            <a:srgbClr val="F2E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itle 1">
            <a:extLst>
              <a:ext uri="{FF2B5EF4-FFF2-40B4-BE49-F238E27FC236}">
                <a16:creationId xmlns:a16="http://schemas.microsoft.com/office/drawing/2014/main" id="{50AE3317-BE8E-4D91-AF0B-6A1D6194F317}"/>
              </a:ext>
            </a:extLst>
          </p:cNvPr>
          <p:cNvSpPr>
            <a:spLocks noGrp="1"/>
          </p:cNvSpPr>
          <p:nvPr>
            <p:ph type="title"/>
          </p:nvPr>
        </p:nvSpPr>
        <p:spPr>
          <a:xfrm>
            <a:off x="66553" y="183404"/>
            <a:ext cx="8194876" cy="958755"/>
          </a:xfrm>
        </p:spPr>
        <p:txBody>
          <a:bodyPr>
            <a:normAutofit/>
          </a:bodyPr>
          <a:lstStyle>
            <a:lvl1pPr marL="571500" indent="-571500">
              <a:buFontTx/>
              <a:buBlip>
                <a:blip r:embed="rId2"/>
              </a:buBlip>
              <a:defRPr sz="4000">
                <a:solidFill>
                  <a:srgbClr val="0F3352"/>
                </a:solidFill>
              </a:defRPr>
            </a:lvl1pPr>
          </a:lstStyle>
          <a:p>
            <a:r>
              <a:rPr lang="en-US" dirty="0"/>
              <a:t>Click to edit Master title style</a:t>
            </a:r>
          </a:p>
        </p:txBody>
      </p:sp>
      <p:sp>
        <p:nvSpPr>
          <p:cNvPr id="16" name="Vertical Text Placeholder 2">
            <a:extLst>
              <a:ext uri="{FF2B5EF4-FFF2-40B4-BE49-F238E27FC236}">
                <a16:creationId xmlns:a16="http://schemas.microsoft.com/office/drawing/2014/main" id="{F4D6DA87-F5F5-B7A6-9514-9E01316FBA70}"/>
              </a:ext>
            </a:extLst>
          </p:cNvPr>
          <p:cNvSpPr>
            <a:spLocks noGrp="1"/>
          </p:cNvSpPr>
          <p:nvPr>
            <p:ph type="body" orient="vert" idx="1"/>
          </p:nvPr>
        </p:nvSpPr>
        <p:spPr>
          <a:xfrm>
            <a:off x="66553" y="1268373"/>
            <a:ext cx="12125448" cy="5162467"/>
          </a:xfrm>
        </p:spPr>
        <p:txBody>
          <a:bodyPr vert="horz"/>
          <a:lstStyle>
            <a:lvl1pPr marL="228600" indent="-228600">
              <a:buFontTx/>
              <a:buBlip>
                <a:blip r:embed="rId2"/>
              </a:buBlip>
              <a:defRPr>
                <a:solidFill>
                  <a:srgbClr val="0F3352"/>
                </a:solidFill>
              </a:defRPr>
            </a:lvl1pPr>
            <a:lvl2pPr marL="685800" indent="-228600">
              <a:buFontTx/>
              <a:buBlip>
                <a:blip r:embed="rId2"/>
              </a:buBlip>
              <a:defRPr>
                <a:solidFill>
                  <a:srgbClr val="0F3352"/>
                </a:solidFill>
              </a:defRPr>
            </a:lvl2pPr>
            <a:lvl3pPr marL="1143000" indent="-228600">
              <a:buFontTx/>
              <a:buBlip>
                <a:blip r:embed="rId2"/>
              </a:buBlip>
              <a:defRPr>
                <a:solidFill>
                  <a:srgbClr val="0F3352"/>
                </a:solidFill>
              </a:defRPr>
            </a:lvl3pPr>
            <a:lvl4pPr marL="1600200" indent="-228600">
              <a:buFontTx/>
              <a:buBlip>
                <a:blip r:embed="rId2"/>
              </a:buBlip>
              <a:defRPr>
                <a:solidFill>
                  <a:srgbClr val="0F3352"/>
                </a:solidFill>
              </a:defRPr>
            </a:lvl4pPr>
            <a:lvl5pPr marL="2057400" indent="-228600">
              <a:buFontTx/>
              <a:buBlip>
                <a:blip r:embed="rId2"/>
              </a:buBlip>
              <a:defRPr>
                <a:solidFill>
                  <a:srgbClr val="0F33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7" name="Picture 16" descr="A black background with blue text&#10;&#10;Description automatically generated">
            <a:extLst>
              <a:ext uri="{FF2B5EF4-FFF2-40B4-BE49-F238E27FC236}">
                <a16:creationId xmlns:a16="http://schemas.microsoft.com/office/drawing/2014/main" id="{857619D4-AFD4-01E9-8BF5-5F99BF0C921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526942" y="183404"/>
            <a:ext cx="3665058" cy="824899"/>
          </a:xfrm>
          <a:prstGeom prst="rect">
            <a:avLst/>
          </a:prstGeom>
        </p:spPr>
      </p:pic>
      <p:sp>
        <p:nvSpPr>
          <p:cNvPr id="4" name="Slide Number Placeholder 3">
            <a:extLst>
              <a:ext uri="{FF2B5EF4-FFF2-40B4-BE49-F238E27FC236}">
                <a16:creationId xmlns:a16="http://schemas.microsoft.com/office/drawing/2014/main" id="{363C02C6-4F2F-7F9B-6F71-1395CFAF299C}"/>
              </a:ext>
            </a:extLst>
          </p:cNvPr>
          <p:cNvSpPr>
            <a:spLocks noGrp="1"/>
          </p:cNvSpPr>
          <p:nvPr>
            <p:ph type="sldNum" sz="quarter" idx="11"/>
          </p:nvPr>
        </p:nvSpPr>
        <p:spPr>
          <a:xfrm>
            <a:off x="9448800" y="6440348"/>
            <a:ext cx="2743200" cy="365125"/>
          </a:xfrm>
        </p:spPr>
        <p:txBody>
          <a:bodyPr/>
          <a:lstStyle/>
          <a:p>
            <a:fld id="{A29190EB-7945-4811-B3CB-0217A9F45703}" type="slidenum">
              <a:rPr lang="en-US" smtClean="0"/>
              <a:pPr/>
              <a:t>‹#›</a:t>
            </a:fld>
            <a:endParaRPr lang="en-US" dirty="0"/>
          </a:p>
        </p:txBody>
      </p:sp>
    </p:spTree>
    <p:extLst>
      <p:ext uri="{BB962C8B-B14F-4D97-AF65-F5344CB8AC3E}">
        <p14:creationId xmlns:p14="http://schemas.microsoft.com/office/powerpoint/2010/main" val="23871865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99E83BA-C486-A46B-A96F-952BBD1118AA}"/>
              </a:ext>
            </a:extLst>
          </p:cNvPr>
          <p:cNvSpPr/>
          <p:nvPr userDrawn="1"/>
        </p:nvSpPr>
        <p:spPr>
          <a:xfrm>
            <a:off x="-1" y="0"/>
            <a:ext cx="12280739" cy="6858000"/>
          </a:xfrm>
          <a:prstGeom prst="rect">
            <a:avLst/>
          </a:prstGeom>
          <a:solidFill>
            <a:srgbClr val="C0DE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9555396B-4B94-7B89-FE2E-D029E6F5989F}"/>
              </a:ext>
            </a:extLst>
          </p:cNvPr>
          <p:cNvSpPr>
            <a:spLocks noGrp="1"/>
          </p:cNvSpPr>
          <p:nvPr>
            <p:ph type="title"/>
          </p:nvPr>
        </p:nvSpPr>
        <p:spPr>
          <a:xfrm>
            <a:off x="66553" y="183404"/>
            <a:ext cx="8194876" cy="958755"/>
          </a:xfrm>
        </p:spPr>
        <p:txBody>
          <a:bodyPr>
            <a:normAutofit/>
          </a:bodyPr>
          <a:lstStyle>
            <a:lvl1pPr marL="571500" indent="-571500">
              <a:buFontTx/>
              <a:buBlip>
                <a:blip r:embed="rId2"/>
              </a:buBlip>
              <a:defRPr sz="4000">
                <a:solidFill>
                  <a:srgbClr val="0F3352"/>
                </a:solidFill>
              </a:defRPr>
            </a:lvl1pPr>
          </a:lstStyle>
          <a:p>
            <a:r>
              <a:rPr lang="en-US" dirty="0"/>
              <a:t>Click to edit Master title style</a:t>
            </a:r>
          </a:p>
        </p:txBody>
      </p:sp>
      <p:sp>
        <p:nvSpPr>
          <p:cNvPr id="7" name="Vertical Text Placeholder 2">
            <a:extLst>
              <a:ext uri="{FF2B5EF4-FFF2-40B4-BE49-F238E27FC236}">
                <a16:creationId xmlns:a16="http://schemas.microsoft.com/office/drawing/2014/main" id="{1F5FEED6-BD7B-6E2D-68E1-DF09B3F901E2}"/>
              </a:ext>
            </a:extLst>
          </p:cNvPr>
          <p:cNvSpPr>
            <a:spLocks noGrp="1"/>
          </p:cNvSpPr>
          <p:nvPr>
            <p:ph type="body" orient="vert" idx="1"/>
          </p:nvPr>
        </p:nvSpPr>
        <p:spPr>
          <a:xfrm>
            <a:off x="66553" y="1268373"/>
            <a:ext cx="12125448" cy="5162467"/>
          </a:xfrm>
        </p:spPr>
        <p:txBody>
          <a:bodyPr vert="horz"/>
          <a:lstStyle>
            <a:lvl1pPr marL="228600" indent="-228600">
              <a:buFontTx/>
              <a:buBlip>
                <a:blip r:embed="rId2"/>
              </a:buBlip>
              <a:defRPr>
                <a:solidFill>
                  <a:srgbClr val="0F3352"/>
                </a:solidFill>
              </a:defRPr>
            </a:lvl1pPr>
            <a:lvl2pPr marL="685800" indent="-228600">
              <a:buFontTx/>
              <a:buBlip>
                <a:blip r:embed="rId2"/>
              </a:buBlip>
              <a:defRPr>
                <a:solidFill>
                  <a:srgbClr val="0F3352"/>
                </a:solidFill>
              </a:defRPr>
            </a:lvl2pPr>
            <a:lvl3pPr marL="1143000" indent="-228600">
              <a:buFontTx/>
              <a:buBlip>
                <a:blip r:embed="rId2"/>
              </a:buBlip>
              <a:defRPr>
                <a:solidFill>
                  <a:srgbClr val="0F3352"/>
                </a:solidFill>
              </a:defRPr>
            </a:lvl3pPr>
            <a:lvl4pPr marL="1600200" indent="-228600">
              <a:buFontTx/>
              <a:buBlip>
                <a:blip r:embed="rId2"/>
              </a:buBlip>
              <a:defRPr>
                <a:solidFill>
                  <a:srgbClr val="0F3352"/>
                </a:solidFill>
              </a:defRPr>
            </a:lvl4pPr>
            <a:lvl5pPr marL="2057400" indent="-228600">
              <a:buFontTx/>
              <a:buBlip>
                <a:blip r:embed="rId2"/>
              </a:buBlip>
              <a:defRPr>
                <a:solidFill>
                  <a:srgbClr val="0F33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ack background with blue text&#10;&#10;Description automatically generated">
            <a:extLst>
              <a:ext uri="{FF2B5EF4-FFF2-40B4-BE49-F238E27FC236}">
                <a16:creationId xmlns:a16="http://schemas.microsoft.com/office/drawing/2014/main" id="{EAFBD48F-8DD3-CE70-1288-7A9842954291}"/>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15680" y="183404"/>
            <a:ext cx="3665058" cy="824899"/>
          </a:xfrm>
          <a:prstGeom prst="rect">
            <a:avLst/>
          </a:prstGeom>
        </p:spPr>
      </p:pic>
      <p:sp>
        <p:nvSpPr>
          <p:cNvPr id="4" name="Slide Number Placeholder 3">
            <a:extLst>
              <a:ext uri="{FF2B5EF4-FFF2-40B4-BE49-F238E27FC236}">
                <a16:creationId xmlns:a16="http://schemas.microsoft.com/office/drawing/2014/main" id="{9F0F6A1A-C551-0853-325E-86D27D7D5D95}"/>
              </a:ext>
            </a:extLst>
          </p:cNvPr>
          <p:cNvSpPr>
            <a:spLocks noGrp="1"/>
          </p:cNvSpPr>
          <p:nvPr>
            <p:ph type="sldNum" sz="quarter" idx="11"/>
          </p:nvPr>
        </p:nvSpPr>
        <p:spPr>
          <a:xfrm>
            <a:off x="9448800" y="6430840"/>
            <a:ext cx="2743200" cy="365125"/>
          </a:xfrm>
        </p:spPr>
        <p:txBody>
          <a:bodyPr/>
          <a:lstStyle/>
          <a:p>
            <a:fld id="{A29190EB-7945-4811-B3CB-0217A9F45703}" type="slidenum">
              <a:rPr lang="en-US" smtClean="0"/>
              <a:pPr/>
              <a:t>‹#›</a:t>
            </a:fld>
            <a:endParaRPr lang="en-US" dirty="0"/>
          </a:p>
        </p:txBody>
      </p:sp>
    </p:spTree>
    <p:extLst>
      <p:ext uri="{BB962C8B-B14F-4D97-AF65-F5344CB8AC3E}">
        <p14:creationId xmlns:p14="http://schemas.microsoft.com/office/powerpoint/2010/main" val="26163857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E57576F9-DD27-EAD0-3C2E-EF774AF911A6}"/>
              </a:ext>
            </a:extLst>
          </p:cNvPr>
          <p:cNvSpPr/>
          <p:nvPr userDrawn="1"/>
        </p:nvSpPr>
        <p:spPr>
          <a:xfrm>
            <a:off x="-1" y="0"/>
            <a:ext cx="12280739" cy="6858000"/>
          </a:xfrm>
          <a:prstGeom prst="rect">
            <a:avLst/>
          </a:prstGeom>
          <a:solidFill>
            <a:srgbClr val="BAA38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FE68B209-1632-FF74-C6FC-52091A55BF28}"/>
              </a:ext>
            </a:extLst>
          </p:cNvPr>
          <p:cNvSpPr>
            <a:spLocks noGrp="1"/>
          </p:cNvSpPr>
          <p:nvPr>
            <p:ph type="title"/>
          </p:nvPr>
        </p:nvSpPr>
        <p:spPr>
          <a:xfrm>
            <a:off x="66553" y="183404"/>
            <a:ext cx="8194876" cy="958755"/>
          </a:xfrm>
        </p:spPr>
        <p:txBody>
          <a:bodyPr>
            <a:normAutofit/>
          </a:bodyPr>
          <a:lstStyle>
            <a:lvl1pPr marL="571500" indent="-571500">
              <a:buFontTx/>
              <a:buBlip>
                <a:blip r:embed="rId2"/>
              </a:buBlip>
              <a:defRPr sz="4000">
                <a:solidFill>
                  <a:srgbClr val="0F3352"/>
                </a:solidFill>
              </a:defRPr>
            </a:lvl1pPr>
          </a:lstStyle>
          <a:p>
            <a:r>
              <a:rPr lang="en-US" dirty="0"/>
              <a:t>Click to edit Master title style</a:t>
            </a:r>
          </a:p>
        </p:txBody>
      </p:sp>
      <p:sp>
        <p:nvSpPr>
          <p:cNvPr id="7" name="Vertical Text Placeholder 2">
            <a:extLst>
              <a:ext uri="{FF2B5EF4-FFF2-40B4-BE49-F238E27FC236}">
                <a16:creationId xmlns:a16="http://schemas.microsoft.com/office/drawing/2014/main" id="{FA73568C-8BD6-DDFB-586C-69291F4B21CD}"/>
              </a:ext>
            </a:extLst>
          </p:cNvPr>
          <p:cNvSpPr>
            <a:spLocks noGrp="1"/>
          </p:cNvSpPr>
          <p:nvPr>
            <p:ph type="body" orient="vert" idx="1"/>
          </p:nvPr>
        </p:nvSpPr>
        <p:spPr>
          <a:xfrm>
            <a:off x="66553" y="1268373"/>
            <a:ext cx="12125448" cy="5162467"/>
          </a:xfrm>
        </p:spPr>
        <p:txBody>
          <a:bodyPr vert="horz"/>
          <a:lstStyle>
            <a:lvl1pPr marL="228600" indent="-228600">
              <a:buFontTx/>
              <a:buBlip>
                <a:blip r:embed="rId2"/>
              </a:buBlip>
              <a:defRPr>
                <a:solidFill>
                  <a:srgbClr val="0F3352"/>
                </a:solidFill>
              </a:defRPr>
            </a:lvl1pPr>
            <a:lvl2pPr marL="685800" indent="-228600">
              <a:buFontTx/>
              <a:buBlip>
                <a:blip r:embed="rId2"/>
              </a:buBlip>
              <a:defRPr>
                <a:solidFill>
                  <a:srgbClr val="0F3352"/>
                </a:solidFill>
              </a:defRPr>
            </a:lvl2pPr>
            <a:lvl3pPr marL="1143000" indent="-228600">
              <a:buFontTx/>
              <a:buBlip>
                <a:blip r:embed="rId2"/>
              </a:buBlip>
              <a:defRPr>
                <a:solidFill>
                  <a:srgbClr val="0F3352"/>
                </a:solidFill>
              </a:defRPr>
            </a:lvl3pPr>
            <a:lvl4pPr marL="1600200" indent="-228600">
              <a:buFontTx/>
              <a:buBlip>
                <a:blip r:embed="rId2"/>
              </a:buBlip>
              <a:defRPr>
                <a:solidFill>
                  <a:srgbClr val="0F3352"/>
                </a:solidFill>
              </a:defRPr>
            </a:lvl4pPr>
            <a:lvl5pPr marL="2057400" indent="-228600">
              <a:buFontTx/>
              <a:buBlip>
                <a:blip r:embed="rId2"/>
              </a:buBlip>
              <a:defRPr>
                <a:solidFill>
                  <a:srgbClr val="0F3352"/>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8" name="Picture 7" descr="A black background with blue text&#10;&#10;Description automatically generated">
            <a:extLst>
              <a:ext uri="{FF2B5EF4-FFF2-40B4-BE49-F238E27FC236}">
                <a16:creationId xmlns:a16="http://schemas.microsoft.com/office/drawing/2014/main" id="{A73AB5CA-C639-3972-CFDE-CD3CBCD24DD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615680" y="183404"/>
            <a:ext cx="3665058" cy="824899"/>
          </a:xfrm>
          <a:prstGeom prst="rect">
            <a:avLst/>
          </a:prstGeom>
        </p:spPr>
      </p:pic>
      <p:sp>
        <p:nvSpPr>
          <p:cNvPr id="4" name="Slide Number Placeholder 3">
            <a:extLst>
              <a:ext uri="{FF2B5EF4-FFF2-40B4-BE49-F238E27FC236}">
                <a16:creationId xmlns:a16="http://schemas.microsoft.com/office/drawing/2014/main" id="{84E2E009-F731-C16B-26A3-BF88C712AC00}"/>
              </a:ext>
            </a:extLst>
          </p:cNvPr>
          <p:cNvSpPr>
            <a:spLocks noGrp="1"/>
          </p:cNvSpPr>
          <p:nvPr>
            <p:ph type="sldNum" sz="quarter" idx="11"/>
          </p:nvPr>
        </p:nvSpPr>
        <p:spPr>
          <a:xfrm>
            <a:off x="9537538" y="6430840"/>
            <a:ext cx="2743200" cy="365125"/>
          </a:xfrm>
        </p:spPr>
        <p:txBody>
          <a:bodyPr/>
          <a:lstStyle/>
          <a:p>
            <a:fld id="{A29190EB-7945-4811-B3CB-0217A9F45703}" type="slidenum">
              <a:rPr lang="en-US" smtClean="0"/>
              <a:pPr/>
              <a:t>‹#›</a:t>
            </a:fld>
            <a:endParaRPr lang="en-US" dirty="0"/>
          </a:p>
        </p:txBody>
      </p:sp>
    </p:spTree>
    <p:extLst>
      <p:ext uri="{BB962C8B-B14F-4D97-AF65-F5344CB8AC3E}">
        <p14:creationId xmlns:p14="http://schemas.microsoft.com/office/powerpoint/2010/main" val="1735019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A07F0F3-2854-A9C2-6C29-B2443E8C1423}"/>
              </a:ext>
            </a:extLst>
          </p:cNvPr>
          <p:cNvSpPr/>
          <p:nvPr userDrawn="1"/>
        </p:nvSpPr>
        <p:spPr>
          <a:xfrm>
            <a:off x="-1" y="0"/>
            <a:ext cx="12280739" cy="6858000"/>
          </a:xfrm>
          <a:prstGeom prst="rect">
            <a:avLst/>
          </a:prstGeom>
          <a:solidFill>
            <a:srgbClr val="0F335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A black and white logo&#10;&#10;Description automatically generated">
            <a:extLst>
              <a:ext uri="{FF2B5EF4-FFF2-40B4-BE49-F238E27FC236}">
                <a16:creationId xmlns:a16="http://schemas.microsoft.com/office/drawing/2014/main" id="{D894F186-3C89-28B0-0C38-539D48622E8E}"/>
              </a:ext>
            </a:extLst>
          </p:cNvPr>
          <p:cNvPicPr>
            <a:picLocks noChangeAspect="1"/>
          </p:cNvPicPr>
          <p:nvPr userDrawn="1"/>
        </p:nvPicPr>
        <p:blipFill>
          <a:blip r:embed="rId2">
            <a:extLst>
              <a:ext uri="{28A0092B-C50C-407E-A947-70E740481C1C}">
                <a14:useLocalDpi xmlns:a14="http://schemas.microsoft.com/office/drawing/2010/main" val="0"/>
              </a:ext>
            </a:extLst>
          </a:blip>
          <a:srcRect r="45379" b="11041"/>
          <a:stretch/>
        </p:blipFill>
        <p:spPr>
          <a:xfrm>
            <a:off x="5032057" y="2991442"/>
            <a:ext cx="2127885" cy="875115"/>
          </a:xfrm>
          <a:prstGeom prst="rect">
            <a:avLst/>
          </a:prstGeom>
        </p:spPr>
      </p:pic>
      <p:sp>
        <p:nvSpPr>
          <p:cNvPr id="19" name="Footer Placeholder 4">
            <a:extLst>
              <a:ext uri="{FF2B5EF4-FFF2-40B4-BE49-F238E27FC236}">
                <a16:creationId xmlns:a16="http://schemas.microsoft.com/office/drawing/2014/main" id="{9916ED28-6420-F837-7BAC-578B868A3EF7}"/>
              </a:ext>
            </a:extLst>
          </p:cNvPr>
          <p:cNvSpPr>
            <a:spLocks noGrp="1"/>
          </p:cNvSpPr>
          <p:nvPr>
            <p:ph type="ftr" sz="quarter" idx="3"/>
          </p:nvPr>
        </p:nvSpPr>
        <p:spPr>
          <a:xfrm>
            <a:off x="8083827" y="6473148"/>
            <a:ext cx="4114800" cy="365125"/>
          </a:xfrm>
          <a:prstGeom prst="rect">
            <a:avLst/>
          </a:prstGeom>
          <a:ln>
            <a:noFill/>
          </a:ln>
        </p:spPr>
        <p:txBody>
          <a:bodyPr vert="horz" lIns="91440" tIns="45720" rIns="91440" bIns="45720" rtlCol="0" anchor="ctr"/>
          <a:lstStyle>
            <a:lvl1pPr algn="r">
              <a:defRPr sz="1000">
                <a:solidFill>
                  <a:schemeClr val="bg1"/>
                </a:solidFill>
              </a:defRPr>
            </a:lvl1pPr>
          </a:lstStyle>
          <a:p>
            <a:r>
              <a:rPr lang="en-US" dirty="0"/>
              <a:t>©Taajeel Proposal 2025</a:t>
            </a:r>
          </a:p>
        </p:txBody>
      </p:sp>
      <p:sp>
        <p:nvSpPr>
          <p:cNvPr id="20" name="Text Box 1">
            <a:extLst>
              <a:ext uri="{FF2B5EF4-FFF2-40B4-BE49-F238E27FC236}">
                <a16:creationId xmlns:a16="http://schemas.microsoft.com/office/drawing/2014/main" id="{27C84172-F808-6EBE-E6A6-0A1F525897E2}"/>
              </a:ext>
            </a:extLst>
          </p:cNvPr>
          <p:cNvSpPr txBox="1"/>
          <p:nvPr userDrawn="1"/>
        </p:nvSpPr>
        <p:spPr>
          <a:xfrm>
            <a:off x="-1" y="4670844"/>
            <a:ext cx="3039745" cy="180230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91440" marR="91440">
              <a:spcBef>
                <a:spcPts val="300"/>
              </a:spcBef>
              <a:spcAft>
                <a:spcPts val="300"/>
              </a:spcAft>
            </a:pPr>
            <a:r>
              <a:rPr lang="en-GB" sz="1100" b="1" dirty="0">
                <a:solidFill>
                  <a:srgbClr val="F1E8D9"/>
                </a:solidFill>
                <a:effectLst/>
                <a:latin typeface="Tahoma" panose="020B0604030504040204" pitchFamily="34" charset="0"/>
                <a:ea typeface="Times New Roman" panose="02020603050405020304" pitchFamily="18" charset="0"/>
                <a:cs typeface="+mn-cs"/>
              </a:rPr>
              <a:t>Ta</a:t>
            </a:r>
            <a:r>
              <a:rPr lang="en-US" sz="1100" b="1" dirty="0">
                <a:solidFill>
                  <a:srgbClr val="F1E8D9"/>
                </a:solidFill>
                <a:effectLst/>
                <a:latin typeface="Tahoma" panose="020B0604030504040204" pitchFamily="34" charset="0"/>
                <a:ea typeface="Times New Roman" panose="02020603050405020304" pitchFamily="18" charset="0"/>
                <a:cs typeface="+mn-cs"/>
              </a:rPr>
              <a:t>a</a:t>
            </a:r>
            <a:r>
              <a:rPr lang="en-GB" sz="1100" b="1" dirty="0">
                <a:solidFill>
                  <a:srgbClr val="F1E8D9"/>
                </a:solidFill>
                <a:effectLst/>
                <a:latin typeface="Tahoma" panose="020B0604030504040204" pitchFamily="34" charset="0"/>
                <a:ea typeface="Times New Roman" panose="02020603050405020304" pitchFamily="18" charset="0"/>
                <a:cs typeface="+mn-cs"/>
              </a:rPr>
              <a:t>jeel Business Solutions Co. LLC</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ar-SA" sz="700" dirty="0">
                <a:solidFill>
                  <a:srgbClr val="F1E8D9"/>
                </a:solidFill>
                <a:effectLst/>
                <a:latin typeface="Calibri" panose="020F0502020204030204" pitchFamily="34" charset="0"/>
                <a:ea typeface="Times New Roman" panose="02020603050405020304" pitchFamily="18" charset="0"/>
                <a:cs typeface="+mn-cs"/>
              </a:rPr>
              <a:t> </a:t>
            </a:r>
            <a:r>
              <a:rPr lang="en-GB" sz="900" dirty="0">
                <a:solidFill>
                  <a:srgbClr val="F1E8D9"/>
                </a:solidFill>
                <a:effectLst/>
                <a:latin typeface="Tahoma" panose="020B0604030504040204" pitchFamily="34" charset="0"/>
                <a:ea typeface="Times New Roman" panose="02020603050405020304" pitchFamily="18" charset="0"/>
                <a:cs typeface="+mn-cs"/>
              </a:rPr>
              <a:t>CR: 1010941670</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Tel: +966 92000 6247</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Mob: +966 56 920 7725</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Saudi Arabia - Riyadh</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RHTA 7697</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7697 Abi Baker siddiq AlTaawun </a:t>
            </a:r>
            <a:endParaRPr lang="en-US" sz="1000" dirty="0">
              <a:solidFill>
                <a:srgbClr val="F1E8D9"/>
              </a:solidFill>
              <a:effectLst/>
              <a:latin typeface="Calibri" panose="020F0502020204030204" pitchFamily="34" charset="0"/>
              <a:ea typeface="Calibri" panose="020F0502020204030204" pitchFamily="34" charset="0"/>
              <a:cs typeface="+mn-cs"/>
            </a:endParaRPr>
          </a:p>
          <a:p>
            <a:pPr marL="91440" marR="91440">
              <a:spcBef>
                <a:spcPts val="300"/>
              </a:spcBef>
              <a:spcAft>
                <a:spcPts val="300"/>
              </a:spcAft>
            </a:pPr>
            <a:r>
              <a:rPr lang="en-GB" sz="900" dirty="0">
                <a:solidFill>
                  <a:srgbClr val="F1E8D9"/>
                </a:solidFill>
                <a:effectLst/>
                <a:latin typeface="Tahoma" panose="020B0604030504040204" pitchFamily="34" charset="0"/>
                <a:ea typeface="Times New Roman" panose="02020603050405020304" pitchFamily="18" charset="0"/>
                <a:cs typeface="+mn-cs"/>
              </a:rPr>
              <a:t>First floor, office No.03 &amp; 04 </a:t>
            </a:r>
            <a:endParaRPr lang="en-US" sz="1000" dirty="0">
              <a:solidFill>
                <a:srgbClr val="F1E8D9"/>
              </a:solidFill>
              <a:effectLst/>
              <a:latin typeface="Calibri" panose="020F0502020204030204" pitchFamily="34" charset="0"/>
              <a:ea typeface="Calibri" panose="020F0502020204030204" pitchFamily="34" charset="0"/>
              <a:cs typeface="+mn-cs"/>
            </a:endParaRPr>
          </a:p>
        </p:txBody>
      </p:sp>
      <p:sp>
        <p:nvSpPr>
          <p:cNvPr id="21" name="Text Box 1">
            <a:extLst>
              <a:ext uri="{FF2B5EF4-FFF2-40B4-BE49-F238E27FC236}">
                <a16:creationId xmlns:a16="http://schemas.microsoft.com/office/drawing/2014/main" id="{3E5448C3-A0C1-7E23-6031-69102C8A9AFC}"/>
              </a:ext>
            </a:extLst>
          </p:cNvPr>
          <p:cNvSpPr txBox="1"/>
          <p:nvPr userDrawn="1"/>
        </p:nvSpPr>
        <p:spPr>
          <a:xfrm>
            <a:off x="4620495" y="6547116"/>
            <a:ext cx="3039745" cy="224964"/>
          </a:xfrm>
          <a:prstGeom prst="rect">
            <a:avLst/>
          </a:prstGeom>
          <a:noFill/>
          <a:ln w="6350">
            <a:noFill/>
          </a:ln>
        </p:spPr>
        <p:txBody>
          <a:bodyPr rot="0" spcFirstLastPara="0" vert="horz" wrap="square" lIns="91440" tIns="45720" rIns="91440" bIns="45720" numCol="1" spcCol="0" rtlCol="0" fromWordArt="0" anchor="t" anchorCtr="0" forceAA="0" compatLnSpc="1">
            <a:prstTxWarp prst="textNoShape">
              <a:avLst/>
            </a:prstTxWarp>
            <a:noAutofit/>
          </a:bodyPr>
          <a:lstStyle/>
          <a:p>
            <a:pPr marL="91440" marR="91440" algn="ctr">
              <a:spcBef>
                <a:spcPts val="300"/>
              </a:spcBef>
              <a:spcAft>
                <a:spcPts val="300"/>
              </a:spcAft>
            </a:pPr>
            <a:r>
              <a:rPr lang="en-US" sz="1050" b="1" dirty="0">
                <a:solidFill>
                  <a:srgbClr val="F1E8D9"/>
                </a:solidFill>
                <a:effectLst/>
                <a:latin typeface="Tahoma" panose="020B0604030504040204" pitchFamily="34" charset="0"/>
                <a:ea typeface="Times New Roman" panose="02020603050405020304" pitchFamily="18" charset="0"/>
                <a:cs typeface="+mn-cs"/>
              </a:rPr>
              <a:t>www.taajeel.sa</a:t>
            </a:r>
            <a:endParaRPr lang="en-US" sz="900" dirty="0">
              <a:solidFill>
                <a:srgbClr val="F1E8D9"/>
              </a:solidFill>
              <a:effectLst/>
              <a:latin typeface="Calibri" panose="020F0502020204030204" pitchFamily="34" charset="0"/>
              <a:ea typeface="Calibri" panose="020F0502020204030204" pitchFamily="34" charset="0"/>
              <a:cs typeface="+mn-cs"/>
            </a:endParaRPr>
          </a:p>
        </p:txBody>
      </p:sp>
    </p:spTree>
    <p:extLst>
      <p:ext uri="{BB962C8B-B14F-4D97-AF65-F5344CB8AC3E}">
        <p14:creationId xmlns:p14="http://schemas.microsoft.com/office/powerpoint/2010/main" val="296614708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67816D-CBE4-5887-1C88-94D7C034D49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6F61465-6E3B-B43F-B3D1-0781B4FAAF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2D60CA5-D9D2-EF67-F27D-9E02CCC8544C}"/>
              </a:ext>
            </a:extLst>
          </p:cNvPr>
          <p:cNvSpPr>
            <a:spLocks noGrp="1"/>
          </p:cNvSpPr>
          <p:nvPr>
            <p:ph type="ftr" sz="quarter" idx="3"/>
          </p:nvPr>
        </p:nvSpPr>
        <p:spPr>
          <a:xfrm>
            <a:off x="0" y="6484033"/>
            <a:ext cx="4114800" cy="365125"/>
          </a:xfrm>
          <a:prstGeom prst="rect">
            <a:avLst/>
          </a:prstGeom>
        </p:spPr>
        <p:txBody>
          <a:bodyPr vert="horz" lIns="91440" tIns="45720" rIns="91440" bIns="45720" rtlCol="0" anchor="ctr"/>
          <a:lstStyle>
            <a:lvl1pPr algn="l">
              <a:defRPr sz="1000">
                <a:solidFill>
                  <a:srgbClr val="F1F1F1"/>
                </a:solidFill>
              </a:defRPr>
            </a:lvl1pPr>
          </a:lstStyle>
          <a:p>
            <a:r>
              <a:rPr lang="en-US" dirty="0"/>
              <a:t>©Taajeel Proposal 2025</a:t>
            </a:r>
          </a:p>
        </p:txBody>
      </p:sp>
      <p:sp>
        <p:nvSpPr>
          <p:cNvPr id="6" name="Slide Number Placeholder 5">
            <a:extLst>
              <a:ext uri="{FF2B5EF4-FFF2-40B4-BE49-F238E27FC236}">
                <a16:creationId xmlns:a16="http://schemas.microsoft.com/office/drawing/2014/main" id="{848C2978-0BEE-8B48-4700-64AB41A4B0C1}"/>
              </a:ext>
            </a:extLst>
          </p:cNvPr>
          <p:cNvSpPr>
            <a:spLocks noGrp="1"/>
          </p:cNvSpPr>
          <p:nvPr>
            <p:ph type="sldNum" sz="quarter" idx="4"/>
          </p:nvPr>
        </p:nvSpPr>
        <p:spPr>
          <a:xfrm>
            <a:off x="9448800" y="6327775"/>
            <a:ext cx="2743200" cy="365125"/>
          </a:xfrm>
          <a:prstGeom prst="rect">
            <a:avLst/>
          </a:prstGeom>
        </p:spPr>
        <p:txBody>
          <a:bodyPr vert="horz" lIns="91440" tIns="45720" rIns="91440" bIns="45720" rtlCol="0" anchor="ctr"/>
          <a:lstStyle>
            <a:lvl1pPr marL="171450" indent="-171450" algn="r" rtl="1">
              <a:buFontTx/>
              <a:buBlip>
                <a:blip r:embed="rId16"/>
              </a:buBlip>
              <a:defRPr sz="1200">
                <a:solidFill>
                  <a:srgbClr val="0F3352"/>
                </a:solidFill>
              </a:defRPr>
            </a:lvl1pPr>
          </a:lstStyle>
          <a:p>
            <a:fld id="{A29190EB-7945-4811-B3CB-0217A9F45703}" type="slidenum">
              <a:rPr lang="en-US" smtClean="0"/>
              <a:pPr/>
              <a:t>‹#›</a:t>
            </a:fld>
            <a:endParaRPr lang="en-US" dirty="0"/>
          </a:p>
        </p:txBody>
      </p:sp>
    </p:spTree>
    <p:extLst>
      <p:ext uri="{BB962C8B-B14F-4D97-AF65-F5344CB8AC3E}">
        <p14:creationId xmlns:p14="http://schemas.microsoft.com/office/powerpoint/2010/main" val="37703694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75" r:id="rId4"/>
    <p:sldLayoutId id="2147483660" r:id="rId5"/>
    <p:sldLayoutId id="2147483664" r:id="rId6"/>
    <p:sldLayoutId id="2147483665" r:id="rId8"/>
    <p:sldLayoutId id="2147483666" r:id="rId9"/>
    <p:sldLayoutId id="2147483674" r:id="rId10"/>
    <p:sldLayoutId id="2147483670" r:id="rId11"/>
    <p:sldLayoutId id="2147483671" r:id="rId12"/>
    <p:sldLayoutId id="2147483672" r:id="rId13"/>
    <p:sldLayoutId id="2147483669"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image" Target="../media/image26.png"/><Relationship Id="rId5" Type="http://schemas.microsoft.com/office/2007/relationships/hdphoto" Target="../media/hdphoto1.wdp"/><Relationship Id="rId6" Type="http://schemas.openxmlformats.org/officeDocument/2006/relationships/image" Target="../media/image2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image" Target="../media/image30.png"/><Relationship Id="rId5" Type="http://schemas.openxmlformats.org/officeDocument/2006/relationships/image" Target="../media/image31.png"/><Relationship Id="rId6" Type="http://schemas.openxmlformats.org/officeDocument/2006/relationships/image" Target="../media/image32.png"/><Relationship Id="rId7" Type="http://schemas.openxmlformats.org/officeDocument/2006/relationships/image" Target="../media/image33.svg"/><Relationship Id="rId8" Type="http://schemas.openxmlformats.org/officeDocument/2006/relationships/image" Target="../media/image34.png"/><Relationship Id="rId9" Type="http://schemas.openxmlformats.org/officeDocument/2006/relationships/image" Target="../media/image3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6.png"/><Relationship Id="rId3" Type="http://schemas.openxmlformats.org/officeDocument/2006/relationships/image" Target="../media/image1.png"/><Relationship Id="rId4" Type="http://schemas.openxmlformats.org/officeDocument/2006/relationships/image" Target="../media/image37.png"/><Relationship Id="rId5" Type="http://schemas.openxmlformats.org/officeDocument/2006/relationships/image" Target="../media/image38.png"/><Relationship Id="rId6" Type="http://schemas.openxmlformats.org/officeDocument/2006/relationships/image" Target="../media/image39.svg"/><Relationship Id="rId7" Type="http://schemas.openxmlformats.org/officeDocument/2006/relationships/image" Target="../media/image40.svg"/><Relationship Id="rId8" Type="http://schemas.openxmlformats.org/officeDocument/2006/relationships/image" Target="../media/image41.png"/><Relationship Id="rId9" Type="http://schemas.openxmlformats.org/officeDocument/2006/relationships/image" Target="../media/image30.png"/><Relationship Id="rId10" Type="http://schemas.openxmlformats.org/officeDocument/2006/relationships/image" Target="../media/image31.png"/><Relationship Id="rId11" Type="http://schemas.openxmlformats.org/officeDocument/2006/relationships/image" Target="../media/image42.png"/><Relationship Id="rId12" Type="http://schemas.openxmlformats.org/officeDocument/2006/relationships/image" Target="../media/image43.png"/><Relationship Id="rId13" Type="http://schemas.openxmlformats.org/officeDocument/2006/relationships/image" Target="../media/image44.png"/><Relationship Id="rId14" Type="http://schemas.openxmlformats.org/officeDocument/2006/relationships/image" Target="../media/image45.png"/><Relationship Id="rId15" Type="http://schemas.openxmlformats.org/officeDocument/2006/relationships/image" Target="../media/image46.png"/><Relationship Id="rId16" Type="http://schemas.openxmlformats.org/officeDocument/2006/relationships/image" Target="../media/image47.png"/><Relationship Id="rId17" Type="http://schemas.openxmlformats.org/officeDocument/2006/relationships/image" Target="../media/image48.png"/><Relationship Id="rId18" Type="http://schemas.openxmlformats.org/officeDocument/2006/relationships/image" Target="../media/image32.png"/><Relationship Id="rId19" Type="http://schemas.openxmlformats.org/officeDocument/2006/relationships/image" Target="../media/image49.png"/><Relationship Id="rId20" Type="http://schemas.openxmlformats.org/officeDocument/2006/relationships/image" Target="../media/image50.png"/><Relationship Id="rId21" Type="http://schemas.openxmlformats.org/officeDocument/2006/relationships/image" Target="../media/image51.png"/><Relationship Id="rId22" Type="http://schemas.openxmlformats.org/officeDocument/2006/relationships/image" Target="../media/image52.svg"/><Relationship Id="rId23" Type="http://schemas.openxmlformats.org/officeDocument/2006/relationships/image" Target="../media/image3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image" Target="../media/image39.svg"/><Relationship Id="rId3" Type="http://schemas.openxmlformats.org/officeDocument/2006/relationships/image" Target="../media/image40.svg"/><Relationship Id="rId4" Type="http://schemas.openxmlformats.org/officeDocument/2006/relationships/image" Target="../media/image46.png"/><Relationship Id="rId5" Type="http://schemas.openxmlformats.org/officeDocument/2006/relationships/image" Target="../media/image45.png"/><Relationship Id="rId6" Type="http://schemas.openxmlformats.org/officeDocument/2006/relationships/image" Target="../media/image49.png"/><Relationship Id="rId7" Type="http://schemas.openxmlformats.org/officeDocument/2006/relationships/image" Target="../media/image51.png"/><Relationship Id="rId8" Type="http://schemas.openxmlformats.org/officeDocument/2006/relationships/image" Target="../media/image53.png"/><Relationship Id="rId9" Type="http://schemas.openxmlformats.org/officeDocument/2006/relationships/image" Target="../media/image54.png"/><Relationship Id="rId10" Type="http://schemas.openxmlformats.org/officeDocument/2006/relationships/image" Target="../media/image18.png"/><Relationship Id="rId11" Type="http://schemas.openxmlformats.org/officeDocument/2006/relationships/image" Target="../media/image55.png"/><Relationship Id="rId12" Type="http://schemas.openxmlformats.org/officeDocument/2006/relationships/image" Target="../media/image56.png"/><Relationship Id="rId13" Type="http://schemas.openxmlformats.org/officeDocument/2006/relationships/image" Target="../media/image57.png"/><Relationship Id="rId14" Type="http://schemas.openxmlformats.org/officeDocument/2006/relationships/image" Target="../media/image58.png"/><Relationship Id="rId15" Type="http://schemas.openxmlformats.org/officeDocument/2006/relationships/image" Target="../media/image59.png"/><Relationship Id="rId16" Type="http://schemas.openxmlformats.org/officeDocument/2006/relationships/image" Target="../media/image60.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svg"/><Relationship Id="rId5" Type="http://schemas.openxmlformats.org/officeDocument/2006/relationships/image" Target="../media/image64.svg"/><Relationship Id="rId6" Type="http://schemas.openxmlformats.org/officeDocument/2006/relationships/image" Target="../media/image6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diagramData" Target="../diagrams/data1.xml"/><Relationship Id="rId3" Type="http://schemas.openxmlformats.org/officeDocument/2006/relationships/diagramLayout" Target="../diagrams/layout1.xml"/><Relationship Id="rId4" Type="http://schemas.openxmlformats.org/officeDocument/2006/relationships/diagramQuickStyle" Target="../diagrams/quickStyle1.xml"/><Relationship Id="rId5" Type="http://schemas.openxmlformats.org/officeDocument/2006/relationships/diagramColors" Target="../diagrams/colors1.xml"/><Relationship Id="rId6" Type="http://schemas.microsoft.com/office/2007/relationships/diagramDrawing" Target="../diagrams/drawing1.xml"/><Relationship Id="rId7" Type="http://schemas.openxmlformats.org/officeDocument/2006/relationships/diagramData" Target="../diagrams/data2.xml"/><Relationship Id="rId8" Type="http://schemas.openxmlformats.org/officeDocument/2006/relationships/diagramLayout" Target="../diagrams/layout2.xml"/><Relationship Id="rId9" Type="http://schemas.openxmlformats.org/officeDocument/2006/relationships/diagramQuickStyle" Target="../diagrams/quickStyle2.xml"/><Relationship Id="rId10" Type="http://schemas.openxmlformats.org/officeDocument/2006/relationships/diagramColors" Target="../diagrams/colors2.xml"/><Relationship Id="rId11" Type="http://schemas.microsoft.com/office/2007/relationships/diagramDrawing" Target="../diagrams/drawing2.xml"/><Relationship Id="rId12" Type="http://schemas.openxmlformats.org/officeDocument/2006/relationships/image" Target="../media/image69.png"/><Relationship Id="rId13" Type="http://schemas.openxmlformats.org/officeDocument/2006/relationships/image" Target="../media/image70.png"/><Relationship Id="rId14" Type="http://schemas.openxmlformats.org/officeDocument/2006/relationships/image" Target="../media/image71.png"/><Relationship Id="rId15" Type="http://schemas.openxmlformats.org/officeDocument/2006/relationships/image" Target="../media/image72.jpeg"/><Relationship Id="rId16" Type="http://schemas.openxmlformats.org/officeDocument/2006/relationships/image" Target="../media/image30.png"/><Relationship Id="rId17" Type="http://schemas.openxmlformats.org/officeDocument/2006/relationships/image" Target="../media/image31.png"/><Relationship Id="rId18" Type="http://schemas.openxmlformats.org/officeDocument/2006/relationships/image" Target="../media/image1.png"/><Relationship Id="rId19" Type="http://schemas.openxmlformats.org/officeDocument/2006/relationships/image" Target="../media/image73.svg"/><Relationship Id="rId20" Type="http://schemas.openxmlformats.org/officeDocument/2006/relationships/diagramData" Target="../diagrams/data3.xml"/><Relationship Id="rId21" Type="http://schemas.openxmlformats.org/officeDocument/2006/relationships/diagramLayout" Target="../diagrams/layout3.xml"/><Relationship Id="rId22" Type="http://schemas.openxmlformats.org/officeDocument/2006/relationships/diagramQuickStyle" Target="../diagrams/quickStyle3.xml"/><Relationship Id="rId23" Type="http://schemas.openxmlformats.org/officeDocument/2006/relationships/diagramColors" Target="../diagrams/colors3.xml"/><Relationship Id="rId24" Type="http://schemas.microsoft.com/office/2007/relationships/diagramDrawing" Target="../diagrams/drawing3.xml"/><Relationship Id="rId25" Type="http://schemas.openxmlformats.org/officeDocument/2006/relationships/image" Target="../media/image74.png"/><Relationship Id="rId26" Type="http://schemas.openxmlformats.org/officeDocument/2006/relationships/image" Target="../media/image75.png"/><Relationship Id="rId27" Type="http://schemas.openxmlformats.org/officeDocument/2006/relationships/image" Target="../media/image76.svg"/><Relationship Id="rId28" Type="http://schemas.openxmlformats.org/officeDocument/2006/relationships/image" Target="../media/image77.svg"/><Relationship Id="rId29" Type="http://schemas.openxmlformats.org/officeDocument/2006/relationships/image" Target="../media/image78.svg"/><Relationship Id="rId30" Type="http://schemas.openxmlformats.org/officeDocument/2006/relationships/image" Target="../media/image45.png"/><Relationship Id="rId31" Type="http://schemas.openxmlformats.org/officeDocument/2006/relationships/image" Target="../media/image79.png"/><Relationship Id="rId32" Type="http://schemas.openxmlformats.org/officeDocument/2006/relationships/image" Target="../media/image80.jpeg"/><Relationship Id="rId33" Type="http://schemas.openxmlformats.org/officeDocument/2006/relationships/image" Target="../media/image81.png"/><Relationship Id="rId34" Type="http://schemas.openxmlformats.org/officeDocument/2006/relationships/image" Target="../media/image82.png"/><Relationship Id="rId35" Type="http://schemas.openxmlformats.org/officeDocument/2006/relationships/image" Target="../media/image83.png"/><Relationship Id="rId36" Type="http://schemas.openxmlformats.org/officeDocument/2006/relationships/image" Target="../media/image84.svg"/><Relationship Id="rId37" Type="http://schemas.openxmlformats.org/officeDocument/2006/relationships/image" Target="../media/image8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image" Target="../media/image86.svg"/><Relationship Id="rId3" Type="http://schemas.openxmlformats.org/officeDocument/2006/relationships/image" Target="../media/image87.png"/><Relationship Id="rId4" Type="http://schemas.openxmlformats.org/officeDocument/2006/relationships/image" Target="../media/image88.png"/><Relationship Id="rId5" Type="http://schemas.openxmlformats.org/officeDocument/2006/relationships/diagramData" Target="../diagrams/data4.xml"/><Relationship Id="rId6" Type="http://schemas.openxmlformats.org/officeDocument/2006/relationships/diagramLayout" Target="../diagrams/layout4.xml"/><Relationship Id="rId7" Type="http://schemas.openxmlformats.org/officeDocument/2006/relationships/diagramQuickStyle" Target="../diagrams/quickStyle4.xml"/><Relationship Id="rId8" Type="http://schemas.openxmlformats.org/officeDocument/2006/relationships/diagramColors" Target="../diagrams/colors4.xml"/><Relationship Id="rId9" Type="http://schemas.microsoft.com/office/2007/relationships/diagramDrawing" Target="../diagrams/drawing4.xml"/><Relationship Id="rId10" Type="http://schemas.openxmlformats.org/officeDocument/2006/relationships/diagramData" Target="../diagrams/data5.xml"/><Relationship Id="rId11" Type="http://schemas.openxmlformats.org/officeDocument/2006/relationships/diagramLayout" Target="../diagrams/layout5.xml"/><Relationship Id="rId12" Type="http://schemas.openxmlformats.org/officeDocument/2006/relationships/diagramQuickStyle" Target="../diagrams/quickStyle5.xml"/><Relationship Id="rId13" Type="http://schemas.openxmlformats.org/officeDocument/2006/relationships/diagramColors" Target="../diagrams/colors5.xml"/><Relationship Id="rId14" Type="http://schemas.microsoft.com/office/2007/relationships/diagramDrawing" Target="../diagrams/drawing5.xml"/><Relationship Id="rId15" Type="http://schemas.openxmlformats.org/officeDocument/2006/relationships/image" Target="../media/image89.png"/><Relationship Id="rId16" Type="http://schemas.openxmlformats.org/officeDocument/2006/relationships/image" Target="../media/image31.png"/><Relationship Id="rId17" Type="http://schemas.openxmlformats.org/officeDocument/2006/relationships/image" Target="../media/image90.svg"/><Relationship Id="rId18" Type="http://schemas.openxmlformats.org/officeDocument/2006/relationships/image" Target="../media/image91.svg"/><Relationship Id="rId19" Type="http://schemas.openxmlformats.org/officeDocument/2006/relationships/image" Target="../media/image30.png"/><Relationship Id="rId20" Type="http://schemas.openxmlformats.org/officeDocument/2006/relationships/image" Target="../media/image1.png"/><Relationship Id="rId21" Type="http://schemas.openxmlformats.org/officeDocument/2006/relationships/image" Target="../media/image92.svg"/><Relationship Id="rId22" Type="http://schemas.openxmlformats.org/officeDocument/2006/relationships/diagramData" Target="../diagrams/data6.xml"/><Relationship Id="rId23" Type="http://schemas.openxmlformats.org/officeDocument/2006/relationships/diagramLayout" Target="../diagrams/layout6.xml"/><Relationship Id="rId24" Type="http://schemas.openxmlformats.org/officeDocument/2006/relationships/diagramQuickStyle" Target="../diagrams/quickStyle6.xml"/><Relationship Id="rId25" Type="http://schemas.openxmlformats.org/officeDocument/2006/relationships/diagramColors" Target="../diagrams/colors6.xml"/><Relationship Id="rId26" Type="http://schemas.microsoft.com/office/2007/relationships/diagramDrawing" Target="../diagrams/drawing6.xml"/><Relationship Id="rId27" Type="http://schemas.openxmlformats.org/officeDocument/2006/relationships/image" Target="../media/image93.png"/><Relationship Id="rId28" Type="http://schemas.openxmlformats.org/officeDocument/2006/relationships/image" Target="../media/image94.png"/><Relationship Id="rId29" Type="http://schemas.openxmlformats.org/officeDocument/2006/relationships/image" Target="../media/image95.png"/><Relationship Id="rId30" Type="http://schemas.openxmlformats.org/officeDocument/2006/relationships/image" Target="../media/image96.svg"/><Relationship Id="rId31" Type="http://schemas.openxmlformats.org/officeDocument/2006/relationships/image" Target="../media/image9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diagramData" Target="../diagrams/data7.xml"/><Relationship Id="rId3" Type="http://schemas.openxmlformats.org/officeDocument/2006/relationships/diagramLayout" Target="../diagrams/layout7.xml"/><Relationship Id="rId4" Type="http://schemas.openxmlformats.org/officeDocument/2006/relationships/diagramQuickStyle" Target="../diagrams/quickStyle7.xml"/><Relationship Id="rId5" Type="http://schemas.openxmlformats.org/officeDocument/2006/relationships/diagramColors" Target="../diagrams/colors7.xml"/><Relationship Id="rId6" Type="http://schemas.microsoft.com/office/2007/relationships/diagramDrawing" Target="../diagrams/drawing7.xml"/><Relationship Id="rId7" Type="http://schemas.openxmlformats.org/officeDocument/2006/relationships/image" Target="../media/image98.jpeg"/><Relationship Id="rId8" Type="http://schemas.openxmlformats.org/officeDocument/2006/relationships/diagramData" Target="../diagrams/data8.xml"/><Relationship Id="rId9" Type="http://schemas.openxmlformats.org/officeDocument/2006/relationships/diagramLayout" Target="../diagrams/layout8.xml"/><Relationship Id="rId10" Type="http://schemas.openxmlformats.org/officeDocument/2006/relationships/diagramQuickStyle" Target="../diagrams/quickStyle8.xml"/><Relationship Id="rId11" Type="http://schemas.openxmlformats.org/officeDocument/2006/relationships/diagramColors" Target="../diagrams/colors8.xml"/><Relationship Id="rId12" Type="http://schemas.microsoft.com/office/2007/relationships/diagramDrawing" Target="../diagrams/drawing8.xml"/><Relationship Id="rId13" Type="http://schemas.openxmlformats.org/officeDocument/2006/relationships/image" Target="../media/image93.png"/><Relationship Id="rId14" Type="http://schemas.openxmlformats.org/officeDocument/2006/relationships/image" Target="../media/image95.png"/><Relationship Id="rId15" Type="http://schemas.openxmlformats.org/officeDocument/2006/relationships/image" Target="../media/image99.png"/><Relationship Id="rId16" Type="http://schemas.openxmlformats.org/officeDocument/2006/relationships/image" Target="../media/image100.png"/><Relationship Id="rId17" Type="http://schemas.openxmlformats.org/officeDocument/2006/relationships/image" Target="../media/image101.png"/><Relationship Id="rId18" Type="http://schemas.openxmlformats.org/officeDocument/2006/relationships/image" Target="../media/image102.svg"/><Relationship Id="rId19" Type="http://schemas.openxmlformats.org/officeDocument/2006/relationships/image" Target="../media/image103.png"/><Relationship Id="rId20" Type="http://schemas.openxmlformats.org/officeDocument/2006/relationships/image" Target="../media/image104.png"/><Relationship Id="rId21" Type="http://schemas.openxmlformats.org/officeDocument/2006/relationships/image" Target="../media/image105.png"/><Relationship Id="rId22" Type="http://schemas.openxmlformats.org/officeDocument/2006/relationships/diagramData" Target="../diagrams/data9.xml"/><Relationship Id="rId23" Type="http://schemas.openxmlformats.org/officeDocument/2006/relationships/diagramLayout" Target="../diagrams/layout9.xml"/><Relationship Id="rId24" Type="http://schemas.openxmlformats.org/officeDocument/2006/relationships/diagramQuickStyle" Target="../diagrams/quickStyle9.xml"/><Relationship Id="rId25" Type="http://schemas.openxmlformats.org/officeDocument/2006/relationships/diagramColors" Target="../diagrams/colors9.xml"/><Relationship Id="rId26" Type="http://schemas.microsoft.com/office/2007/relationships/diagramDrawing" Target="../diagrams/drawing9.xml"/><Relationship Id="rId27" Type="http://schemas.openxmlformats.org/officeDocument/2006/relationships/image" Target="../media/image106.png"/><Relationship Id="rId28" Type="http://schemas.openxmlformats.org/officeDocument/2006/relationships/image" Target="../media/image3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107.jpeg"/><Relationship Id="rId4" Type="http://schemas.openxmlformats.org/officeDocument/2006/relationships/image" Target="../media/image108.png"/><Relationship Id="rId5" Type="http://schemas.openxmlformats.org/officeDocument/2006/relationships/image" Target="../media/image30.png"/><Relationship Id="rId6" Type="http://schemas.openxmlformats.org/officeDocument/2006/relationships/image" Target="../media/image31.png"/><Relationship Id="rId7" Type="http://schemas.openxmlformats.org/officeDocument/2006/relationships/image" Target="../media/image1.png"/><Relationship Id="rId8" Type="http://schemas.openxmlformats.org/officeDocument/2006/relationships/image" Target="../media/image60.svg"/><Relationship Id="rId9" Type="http://schemas.openxmlformats.org/officeDocument/2006/relationships/image" Target="../media/image52.svg"/><Relationship Id="rId10" Type="http://schemas.openxmlformats.org/officeDocument/2006/relationships/image" Target="../media/image32.png"/><Relationship Id="rId11" Type="http://schemas.openxmlformats.org/officeDocument/2006/relationships/image" Target="../media/image18.png"/><Relationship Id="rId12" Type="http://schemas.openxmlformats.org/officeDocument/2006/relationships/image" Target="../media/image109.svg"/><Relationship Id="rId13" Type="http://schemas.openxmlformats.org/officeDocument/2006/relationships/image" Target="../media/image110.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108.png"/><Relationship Id="rId4" Type="http://schemas.openxmlformats.org/officeDocument/2006/relationships/image" Target="../media/image111.jpeg"/><Relationship Id="rId5" Type="http://schemas.openxmlformats.org/officeDocument/2006/relationships/image" Target="../media/image112.png"/><Relationship Id="rId6" Type="http://schemas.openxmlformats.org/officeDocument/2006/relationships/image" Target="../media/image46.png"/><Relationship Id="rId7" Type="http://schemas.openxmlformats.org/officeDocument/2006/relationships/image" Target="../media/image38.png"/><Relationship Id="rId8" Type="http://schemas.openxmlformats.org/officeDocument/2006/relationships/image" Target="../media/image39.svg"/><Relationship Id="rId9" Type="http://schemas.openxmlformats.org/officeDocument/2006/relationships/image" Target="../media/image40.svg"/><Relationship Id="rId10" Type="http://schemas.openxmlformats.org/officeDocument/2006/relationships/image" Target="../media/image59.png"/><Relationship Id="rId11" Type="http://schemas.openxmlformats.org/officeDocument/2006/relationships/image" Target="../media/image55.png"/><Relationship Id="rId12" Type="http://schemas.openxmlformats.org/officeDocument/2006/relationships/image" Target="../media/image58.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09.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21.png"/><Relationship Id="rId3" Type="http://schemas.openxmlformats.org/officeDocument/2006/relationships/image" Target="../media/image22.png"/><Relationship Id="rId4" Type="http://schemas.openxmlformats.org/officeDocument/2006/relationships/image" Target="../media/image2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hyperlink" Target="http://www.gcccac.org/"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VER.SUBJECT">
            <a:extLst>
              <a:ext uri="{FF2B5EF4-FFF2-40B4-BE49-F238E27FC236}">
                <a16:creationId xmlns:a16="http://schemas.microsoft.com/office/drawing/2014/main" id="{C20C1FA2-A54A-D283-2239-FC077BD82DD6}"/>
              </a:ext>
            </a:extLst>
          </p:cNvPr>
          <p:cNvSpPr>
            <a:spLocks noGrp="1"/>
          </p:cNvSpPr>
          <p:nvPr>
            <p:ph type="subTitle" idx="1"/>
          </p:nvPr>
        </p:nvSpPr>
        <p:spPr>
          <a:xfrm>
            <a:off x="0" y="6139340"/>
            <a:ext cx="6355080" cy="718660"/>
          </a:xfrm>
        </p:spPr>
        <p:txBody>
          <a:bodyPr>
            <a:normAutofit/>
          </a:bodyPr>
          <a:lstStyle/>
          <a:p>
            <a:r>
              <a:rPr lang="en-US" sz="1800" dirty="0"/>
              <a:t>[PROPOSAL SUBJECT]</a:t>
            </a:r>
          </a:p>
        </p:txBody>
      </p:sp>
      <p:sp>
        <p:nvSpPr>
          <p:cNvPr id="3" name="COVER.CLIENT_NAME">
            <a:extLst>
              <a:ext uri="{FF2B5EF4-FFF2-40B4-BE49-F238E27FC236}">
                <a16:creationId xmlns:a16="http://schemas.microsoft.com/office/drawing/2014/main" id="{397F0803-4E2B-2992-378C-0A0348E03928}"/>
              </a:ext>
            </a:extLst>
          </p:cNvPr>
          <p:cNvSpPr>
            <a:spLocks noGrp="1"/>
          </p:cNvSpPr>
          <p:nvPr>
            <p:ph type="ctrTitle"/>
          </p:nvPr>
        </p:nvSpPr>
        <p:spPr>
          <a:xfrm>
            <a:off x="0" y="4547571"/>
            <a:ext cx="6233160" cy="847615"/>
          </a:xfrm>
        </p:spPr>
        <p:txBody>
          <a:bodyPr>
            <a:normAutofit/>
          </a:bodyPr>
          <a:lstStyle/>
          <a:p>
            <a:r>
              <a:rPr lang="en-US" sz="3200" dirty="0"/>
              <a:t>[CLIENT NAME]</a:t>
            </a:r>
            <a:endParaRPr lang="en-US" sz="3200" dirty="0"/>
          </a:p>
        </p:txBody>
      </p:sp>
      <p:sp>
        <p:nvSpPr>
          <p:cNvPr id="7" name="COVER.CLIENT_LOGO_PLATE"/>
          <p:cNvSpPr/>
          <p:nvPr/>
        </p:nvSpPr>
        <p:spPr>
          <a:xfrm>
            <a:off x="3960125" y="5073200"/>
            <a:ext cx="3594851" cy="1103647"/>
          </a:xfrm>
          <a:prstGeom prst="roundRect">
            <a:avLst>
              <a:gd name="adj" fmla="val 8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COVER.CLIENT_LOGO">
            <a:extLst>
              <a:ext uri="{FF2B5EF4-FFF2-40B4-BE49-F238E27FC236}">
                <a16:creationId xmlns:a16="http://schemas.microsoft.com/office/drawing/2014/main" id="{A3EA1C18-B770-BB83-5C33-9BDAAA6B5A82}"/>
              </a:ext>
            </a:extLst>
          </p:cNvPr>
          <p:cNvPicPr>
            <a:picLocks noChangeAspect="1"/>
          </p:cNvPicPr>
          <p:nvPr/>
        </p:nvPicPr>
        <p:blipFill>
          <a:blip r:embed="rId2">
            <a:extLst>
              <a:ext uri="{28A0092B-C50C-407E-A947-70E740481C1C}">
                <a14:useLocalDpi xmlns:a14="http://schemas.microsoft.com/office/drawing/2010/main" val="0"/>
              </a:ext>
            </a:extLst>
          </a:blip>
          <a:srcRect t="37307" b="37307"/>
          <a:stretch>
            <a:fillRect/>
          </a:stretch>
        </p:blipFill>
        <p:spPr>
          <a:xfrm>
            <a:off x="4088141" y="5201216"/>
            <a:ext cx="3338819" cy="847615"/>
          </a:xfrm>
          <a:prstGeom prst="rect">
            <a:avLst/>
          </a:prstGeom>
        </p:spPr>
      </p:pic>
    </p:spTree>
    <p:extLst>
      <p:ext uri="{BB962C8B-B14F-4D97-AF65-F5344CB8AC3E}">
        <p14:creationId xmlns:p14="http://schemas.microsoft.com/office/powerpoint/2010/main" val="1299124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44AAC94-F3D9-7F0C-7840-03784A8C8DF4}"/>
              </a:ext>
            </a:extLst>
          </p:cNvPr>
          <p:cNvSpPr>
            <a:spLocks noGrp="1"/>
          </p:cNvSpPr>
          <p:nvPr>
            <p:ph type="sldNum" sz="quarter" idx="12"/>
          </p:nvPr>
        </p:nvSpPr>
        <p:spPr/>
        <p:txBody>
          <a:bodyPr/>
          <a:lstStyle/>
          <a:p>
            <a:fld id="{A29190EB-7945-4811-B3CB-0217A9F45703}" type="slidenum">
              <a:rPr lang="en-US" smtClean="0"/>
              <a:t>2</a:t>
            </a:fld>
            <a:endParaRPr lang="en-US"/>
          </a:p>
        </p:txBody>
      </p:sp>
    </p:spTree>
    <p:extLst>
      <p:ext uri="{BB962C8B-B14F-4D97-AF65-F5344CB8AC3E}">
        <p14:creationId xmlns:p14="http://schemas.microsoft.com/office/powerpoint/2010/main" val="27513214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OC.TABLE">
            <a:extLst>
              <a:ext uri="{FF2B5EF4-FFF2-40B4-BE49-F238E27FC236}">
                <a16:creationId xmlns:a16="http://schemas.microsoft.com/office/drawing/2014/main" id="{639655F4-AD55-0712-1FAF-F6335CAE44E7}"/>
              </a:ext>
            </a:extLst>
          </p:cNvPr>
          <p:cNvGraphicFramePr>
            <a:graphicFrameLocks noGrp="1"/>
          </p:cNvGraphicFramePr>
          <p:nvPr>
            <p:extLst>
              <p:ext uri="{D42A27DB-BD31-4B8C-83A1-F6EECF244321}">
                <p14:modId xmlns:p14="http://schemas.microsoft.com/office/powerpoint/2010/main" val="1531680021"/>
              </p:ext>
            </p:extLst>
          </p:nvPr>
        </p:nvGraphicFramePr>
        <p:xfrm>
          <a:off x="396241" y="1859280"/>
          <a:ext cx="11628120" cy="3733498"/>
        </p:xfrm>
        <a:graphic>
          <a:graphicData uri="http://schemas.openxmlformats.org/drawingml/2006/table">
            <a:tbl>
              <a:tblPr firstRow="1" bandRow="1">
                <a:tableStyleId>{5C22544A-7EE6-4342-B048-85BDC9FD1C3A}</a:tableStyleId>
              </a:tblPr>
              <a:tblGrid>
                <a:gridCol w="5968904">
                  <a:extLst>
                    <a:ext uri="{9D8B030D-6E8A-4147-A177-3AD203B41FA5}">
                      <a16:colId xmlns:a16="http://schemas.microsoft.com/office/drawing/2014/main" val="20000"/>
                    </a:ext>
                  </a:extLst>
                </a:gridCol>
                <a:gridCol w="2458240">
                  <a:extLst>
                    <a:ext uri="{9D8B030D-6E8A-4147-A177-3AD203B41FA5}">
                      <a16:colId xmlns:a16="http://schemas.microsoft.com/office/drawing/2014/main" val="20001"/>
                    </a:ext>
                  </a:extLst>
                </a:gridCol>
                <a:gridCol w="3200976">
                  <a:extLst>
                    <a:ext uri="{9D8B030D-6E8A-4147-A177-3AD203B41FA5}">
                      <a16:colId xmlns:a16="http://schemas.microsoft.com/office/drawing/2014/main" val="20002"/>
                    </a:ext>
                  </a:extLst>
                </a:gridCol>
              </a:tblGrid>
              <a:tr h="380695">
                <a:tc>
                  <a:txBody>
                    <a:bodyPr/>
                    <a:lstStyle/>
                    <a:p>
                      <a:pPr algn="l" rtl="1"/>
                      <a:r>
                        <a:rPr lang="en-US" sz="1400" b="1" dirty="0">
                          <a:solidFill>
                            <a:srgbClr val="F1E8D9"/>
                          </a:solidFill>
                          <a:cs typeface="+mj-cs"/>
                        </a:rPr>
                        <a:t>Title</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rgbClr val="BAA38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1"/>
                      <a:endParaRPr lang="en-US" sz="1400" b="1" dirty="0">
                        <a:solidFill>
                          <a:srgbClr val="F1E8D9"/>
                        </a:solidFill>
                        <a:cs typeface="+mj-cs"/>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rgbClr val="BAA38F"/>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r>
                        <a:rPr lang="en-US" sz="1400" b="1" dirty="0">
                          <a:solidFill>
                            <a:srgbClr val="F1E8D9"/>
                          </a:solidFill>
                          <a:cs typeface="+mj-cs"/>
                        </a:rPr>
                        <a:t>Page</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12700" cap="flat" cmpd="sng" algn="ctr">
                      <a:solidFill>
                        <a:srgbClr val="BAA38F"/>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351163">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Introduction</a:t>
                      </a:r>
                    </a:p>
                  </a:txBody>
                  <a:tcPr marL="9525"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BAA38F"/>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1"/>
                      <a:endParaRPr lang="en-US" sz="1200" b="1" dirty="0">
                        <a:solidFill>
                          <a:srgbClr val="F1E8D9"/>
                        </a:solidFill>
                        <a:cs typeface="+mj-cs"/>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BAA38F"/>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latinLnBrk="0" hangingPunct="1">
                        <a:buFont typeface="Arial" panose="020B0604020202020204" pitchFamily="34" charset="0"/>
                        <a:buNone/>
                      </a:pPr>
                      <a:r>
                        <a:rPr lang="en-US" sz="1200" b="0" kern="1200" dirty="0">
                          <a:solidFill>
                            <a:srgbClr val="F1E8D9"/>
                          </a:solidFill>
                          <a:latin typeface="+mn-lt"/>
                          <a:ea typeface="+mn-ea"/>
                          <a:cs typeface="+mj-cs"/>
                        </a:rPr>
                        <a:t>4</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12700" cap="flat" cmpd="sng" algn="ctr">
                      <a:solidFill>
                        <a:srgbClr val="BAA38F"/>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380695">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About Taajeel</a:t>
                      </a:r>
                    </a:p>
                  </a:txBody>
                  <a:tcPr marL="9525"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6</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25713536"/>
                  </a:ext>
                </a:extLst>
              </a:tr>
              <a:tr h="380695">
                <a:tc>
                  <a:txBody>
                    <a:bodyPr/>
                    <a:lstStyle/>
                    <a:p>
                      <a:pPr marL="285750" indent="-285750" algn="l" defTabSz="742950" rtl="0" eaLnBrk="1" fontAlgn="b" latinLnBrk="0" hangingPunct="1">
                        <a:buFontTx/>
                        <a:buBlip>
                          <a:blip r:embed="rId2"/>
                        </a:buBlip>
                      </a:pPr>
                      <a:r>
                        <a:rPr lang="en-US" sz="1400" b="0" u="none" kern="1200" dirty="0">
                          <a:solidFill>
                            <a:srgbClr val="F1E8D9"/>
                          </a:solidFill>
                          <a:latin typeface="+mn-lt"/>
                          <a:ea typeface="+mn-ea"/>
                          <a:cs typeface="+mn-cs"/>
                        </a:rPr>
                        <a:t>About The Client</a:t>
                      </a:r>
                      <a:endParaRPr lang="en-GB" sz="1400" b="0" u="none" kern="1200" dirty="0">
                        <a:solidFill>
                          <a:srgbClr val="F1E8D9"/>
                        </a:solidFill>
                        <a:latin typeface="+mn-lt"/>
                        <a:ea typeface="+mn-ea"/>
                        <a:cs typeface="+mn-cs"/>
                      </a:endParaRPr>
                    </a:p>
                  </a:txBody>
                  <a:tcPr marL="9525"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10</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717137"/>
                  </a:ext>
                </a:extLst>
              </a:tr>
              <a:tr h="373375">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Scope of work</a:t>
                      </a: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13</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373375">
                <a:tc>
                  <a:txBody>
                    <a:bodyPr/>
                    <a:lstStyle/>
                    <a:p>
                      <a:pPr marL="285750" indent="-285750" algn="l" defTabSz="742950" rtl="0" eaLnBrk="1" fontAlgn="b" latinLnBrk="0" hangingPunct="1">
                        <a:buFontTx/>
                        <a:buBlip>
                          <a:blip r:embed="rId2"/>
                        </a:buBlip>
                      </a:pPr>
                      <a:r>
                        <a:rPr lang="en-US" sz="1400" b="0" u="none" kern="1200" dirty="0">
                          <a:solidFill>
                            <a:srgbClr val="F1E8D9"/>
                          </a:solidFill>
                          <a:latin typeface="+mn-lt"/>
                          <a:ea typeface="+mn-ea"/>
                          <a:cs typeface="+mn-cs"/>
                        </a:rPr>
                        <a:t>Time Frame</a:t>
                      </a:r>
                      <a:endParaRPr lang="en-GB" sz="1400" b="0" u="none" kern="1200" dirty="0">
                        <a:solidFill>
                          <a:srgbClr val="F1E8D9"/>
                        </a:solidFill>
                        <a:latin typeface="+mn-lt"/>
                        <a:ea typeface="+mn-ea"/>
                        <a:cs typeface="+mn-cs"/>
                      </a:endParaRP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16</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09773725"/>
                  </a:ext>
                </a:extLst>
              </a:tr>
              <a:tr h="373375">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Scope of work Additional "optional"</a:t>
                      </a: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19</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017811"/>
                  </a:ext>
                </a:extLst>
              </a:tr>
              <a:tr h="373375">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The Fees</a:t>
                      </a: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23</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28848192"/>
                  </a:ext>
                </a:extLst>
              </a:tr>
              <a:tr h="373375">
                <a:tc>
                  <a:txBody>
                    <a:bodyPr/>
                    <a:lstStyle/>
                    <a:p>
                      <a:pPr marL="285750" indent="-285750" algn="l" defTabSz="742950" rtl="0" eaLnBrk="1" fontAlgn="b" latinLnBrk="0" hangingPunct="1">
                        <a:buFontTx/>
                        <a:buBlip>
                          <a:blip r:embed="rId2"/>
                        </a:buBlip>
                      </a:pPr>
                      <a:r>
                        <a:rPr lang="en-US" sz="1400" b="0" u="none" kern="1200" dirty="0">
                          <a:solidFill>
                            <a:srgbClr val="F1E8D9"/>
                          </a:solidFill>
                          <a:latin typeface="+mn-lt"/>
                          <a:ea typeface="+mn-ea"/>
                          <a:cs typeface="+mn-cs"/>
                        </a:rPr>
                        <a:t>Signoff</a:t>
                      </a:r>
                      <a:endParaRPr lang="en-GB" sz="1400" b="0" u="none" kern="1200" dirty="0">
                        <a:solidFill>
                          <a:srgbClr val="F1E8D9"/>
                        </a:solidFill>
                        <a:latin typeface="+mn-lt"/>
                        <a:ea typeface="+mn-ea"/>
                        <a:cs typeface="+mn-cs"/>
                      </a:endParaRP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26</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17994176"/>
                  </a:ext>
                </a:extLst>
              </a:tr>
              <a:tr h="373375">
                <a:tc>
                  <a:txBody>
                    <a:bodyPr/>
                    <a:lstStyle/>
                    <a:p>
                      <a:pPr marL="285750" indent="-285750" algn="l" defTabSz="742950" rtl="0" eaLnBrk="1" fontAlgn="b" latinLnBrk="0" hangingPunct="1">
                        <a:buFontTx/>
                        <a:buBlip>
                          <a:blip r:embed="rId2"/>
                        </a:buBlip>
                      </a:pPr>
                      <a:r>
                        <a:rPr lang="en-GB" sz="1400" b="0" u="none" kern="1200" dirty="0">
                          <a:solidFill>
                            <a:srgbClr val="F1E8D9"/>
                          </a:solidFill>
                          <a:latin typeface="+mn-lt"/>
                          <a:ea typeface="+mn-ea"/>
                          <a:cs typeface="+mn-cs"/>
                        </a:rPr>
                        <a:t>Terms and Conditions</a:t>
                      </a:r>
                    </a:p>
                  </a:txBody>
                  <a:tcPr marL="8792" marR="8792" marT="8792"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742950" rtl="1" eaLnBrk="1" fontAlgn="b" latinLnBrk="0" hangingPunct="1"/>
                      <a:endParaRPr lang="en-US" sz="1400" b="0" u="none" kern="1200" dirty="0">
                        <a:solidFill>
                          <a:srgbClr val="F1E8D9"/>
                        </a:solidFill>
                        <a:latin typeface="+mn-lt"/>
                        <a:ea typeface="+mn-ea"/>
                        <a:cs typeface="+mj-cs"/>
                      </a:endParaRP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defTabSz="742950" rtl="1" eaLnBrk="1" fontAlgn="b" latinLnBrk="0" hangingPunct="1">
                        <a:buFont typeface="Arial" panose="020B0604020202020204" pitchFamily="34" charset="0"/>
                        <a:buNone/>
                      </a:pPr>
                      <a:r>
                        <a:rPr lang="en-US" sz="1200" b="0" kern="1200" dirty="0">
                          <a:solidFill>
                            <a:srgbClr val="F1E8D9"/>
                          </a:solidFill>
                          <a:latin typeface="+mn-lt"/>
                          <a:ea typeface="+mn-ea"/>
                          <a:cs typeface="+mj-cs"/>
                        </a:rPr>
                        <a:t>28</a:t>
                      </a:r>
                    </a:p>
                  </a:txBody>
                  <a:tcPr marL="84406" marR="84406" marT="42203" marB="422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59768864"/>
                  </a:ext>
                </a:extLst>
              </a:tr>
            </a:tbl>
          </a:graphicData>
        </a:graphic>
      </p:graphicFrame>
      <p:pic>
        <p:nvPicPr>
          <p:cNvPr id="6" name="Picture 5" descr="A black and white logo&#10;&#10;Description automatically generated">
            <a:extLst>
              <a:ext uri="{FF2B5EF4-FFF2-40B4-BE49-F238E27FC236}">
                <a16:creationId xmlns:a16="http://schemas.microsoft.com/office/drawing/2014/main" id="{7B0BE9EB-EFCB-8D01-3594-97493088763E}"/>
              </a:ext>
            </a:extLst>
          </p:cNvPr>
          <p:cNvPicPr>
            <a:picLocks noChangeAspect="1"/>
          </p:cNvPicPr>
          <p:nvPr/>
        </p:nvPicPr>
        <p:blipFill>
          <a:blip r:embed="rId3">
            <a:extLst>
              <a:ext uri="{28A0092B-C50C-407E-A947-70E740481C1C}">
                <a14:useLocalDpi xmlns:a14="http://schemas.microsoft.com/office/drawing/2010/main" val="0"/>
              </a:ext>
            </a:extLst>
          </a:blip>
          <a:srcRect l="3481" t="19401" r="48712" b="7291"/>
          <a:stretch/>
        </p:blipFill>
        <p:spPr>
          <a:xfrm>
            <a:off x="5216791" y="450883"/>
            <a:ext cx="1758418" cy="680868"/>
          </a:xfrm>
          <a:prstGeom prst="rect">
            <a:avLst/>
          </a:prstGeom>
        </p:spPr>
      </p:pic>
    </p:spTree>
    <p:extLst>
      <p:ext uri="{BB962C8B-B14F-4D97-AF65-F5344CB8AC3E}">
        <p14:creationId xmlns:p14="http://schemas.microsoft.com/office/powerpoint/2010/main" val="4172607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A13DD70-C249-BA43-C433-9B992442632D}"/>
              </a:ext>
            </a:extLst>
          </p:cNvPr>
          <p:cNvSpPr>
            <a:spLocks noGrp="1"/>
          </p:cNvSpPr>
          <p:nvPr>
            <p:ph type="title"/>
          </p:nvPr>
        </p:nvSpPr>
        <p:spPr/>
        <p:txBody>
          <a:bodyPr/>
          <a:lstStyle/>
          <a:p>
            <a:pPr algn="ctr"/>
            <a:r>
              <a:rPr lang="en-US" dirty="0"/>
              <a:t>Introduction</a:t>
            </a:r>
          </a:p>
        </p:txBody>
      </p:sp>
    </p:spTree>
    <p:extLst>
      <p:ext uri="{BB962C8B-B14F-4D97-AF65-F5344CB8AC3E}">
        <p14:creationId xmlns:p14="http://schemas.microsoft.com/office/powerpoint/2010/main" val="745917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LETTER.BODY">
            <a:extLst>
              <a:ext uri="{FF2B5EF4-FFF2-40B4-BE49-F238E27FC236}">
                <a16:creationId xmlns:a16="http://schemas.microsoft.com/office/drawing/2014/main" id="{DA49D59E-D3F2-46ED-F35F-1E59186FE9C1}"/>
              </a:ext>
            </a:extLst>
          </p:cNvPr>
          <p:cNvSpPr>
            <a:spLocks noGrp="1"/>
          </p:cNvSpPr>
          <p:nvPr>
            <p:ph type="body" orient="vert" idx="1"/>
          </p:nvPr>
        </p:nvSpPr>
        <p:spPr>
          <a:xfrm>
            <a:off x="66553" y="1085810"/>
            <a:ext cx="12125448" cy="5527592"/>
          </a:xfrm>
        </p:spPr>
        <p:txBody>
          <a:bodyPr>
            <a:normAutofit/>
          </a:bodyPr>
          <a:lstStyle/>
          <a:p>
            <a:pPr marL="0" indent="0">
              <a:spcBef>
                <a:spcPts val="0"/>
              </a:spcBef>
              <a:buNone/>
              <a:tabLst>
                <a:tab pos="12035448" algn="r"/>
              </a:tabLst>
            </a:pPr>
            <a:r>
              <a:rPr lang="en-US" sz="1600" dirty="0" err="1">
                <a:latin typeface="+mj-lt"/>
              </a:rPr>
              <a:t>[CLIENT NAME]</a:t>
            </a:r>
            <a:r>
              <a:rPr lang="en-US" sz="1600" dirty="0" err="1">
                <a:latin typeface="+mj-lt"/>
              </a:rPr>
              <a:t>	</a:t>
            </a:r>
            <a:r>
              <a:rPr lang="en-US" sz="1600" dirty="0"/>
              <a:t>[DATE]</a:t>
            </a:r>
          </a:p>
          <a:p>
            <a:pPr marL="0" indent="0">
              <a:spcBef>
                <a:spcPts val="0"/>
              </a:spcBef>
              <a:buNone/>
            </a:pPr>
            <a:r>
              <a:rPr lang="en-US" sz="1200" dirty="0"/>
              <a:t>[CLIENT ADDRESS]</a:t>
            </a:r>
            <a:endParaRPr lang="ar-SA" sz="1200" dirty="0"/>
          </a:p>
          <a:p>
            <a:pPr marL="0" indent="0">
              <a:spcBef>
                <a:spcPts val="0"/>
              </a:spcBef>
              <a:buNone/>
            </a:pPr>
            <a:r>
              <a:rPr lang="en-US" sz="1200" dirty="0"/>
              <a:t>Atte: </a:t>
            </a:r>
            <a:r>
              <a:rPr lang="it-IT" sz="1200" dirty="0"/>
              <a:t>[CONTACT NAME]</a:t>
            </a:r>
          </a:p>
          <a:p>
            <a:pPr marL="0" indent="0">
              <a:spcBef>
                <a:spcPts val="0"/>
              </a:spcBef>
              <a:buNone/>
            </a:pPr>
            <a:r>
              <a:rPr lang="it-IT" sz="1200" dirty="0"/>
              <a:t>Mob: </a:t>
            </a:r>
            <a:r>
              <a:rPr lang="it-IT" sz="1200" dirty="0"/>
              <a:t>[CONTACT MOBILE]</a:t>
            </a:r>
          </a:p>
          <a:p>
            <a:pPr marL="0" indent="0">
              <a:spcBef>
                <a:spcPts val="0"/>
              </a:spcBef>
              <a:buNone/>
            </a:pPr>
            <a:r>
              <a:rPr lang="en-US" sz="1200" dirty="0"/>
              <a:t>Email: </a:t>
            </a:r>
            <a:r>
              <a:rPr lang="it-IT" sz="1200" dirty="0"/>
              <a:t>[CONTACT EMAIL]</a:t>
            </a:r>
          </a:p>
          <a:p>
            <a:pPr marL="0" indent="0">
              <a:spcBef>
                <a:spcPts val="0"/>
              </a:spcBef>
              <a:buNone/>
            </a:pPr>
            <a:r>
              <a:rPr lang="en-US" sz="1200" dirty="0"/>
              <a:t>Web: </a:t>
            </a:r>
            <a:r>
              <a:rPr lang="it-IT" sz="1200" dirty="0"/>
              <a:t>[CLIENT WEBSITE]</a:t>
            </a:r>
          </a:p>
          <a:p>
            <a:pPr marL="0" indent="0">
              <a:spcBef>
                <a:spcPts val="0"/>
              </a:spcBef>
              <a:buNone/>
            </a:pPr>
            <a:endParaRPr lang="en-US" sz="1200" dirty="0"/>
          </a:p>
          <a:p>
            <a:pPr marL="0" indent="0">
              <a:spcBef>
                <a:spcPts val="0"/>
              </a:spcBef>
              <a:buNone/>
            </a:pPr>
            <a:endParaRPr lang="en-US" sz="1200" dirty="0"/>
          </a:p>
          <a:p>
            <a:pPr marL="0" lvl="0" indent="0">
              <a:spcBef>
                <a:spcPts val="0"/>
              </a:spcBef>
              <a:buNone/>
              <a:defRPr/>
            </a:pPr>
            <a:r>
              <a:rPr lang="en-US" sz="1400" i="1" dirty="0"/>
              <a:t>Subject: </a:t>
            </a:r>
            <a:r>
              <a:rPr lang="en-GB" sz="1400" i="1" dirty="0"/>
              <a:t>[PROPOSAL SUBJECT]</a:t>
            </a:r>
          </a:p>
          <a:p>
            <a:pPr marL="0" indent="0">
              <a:buNone/>
            </a:pPr>
            <a:endParaRPr lang="en-US" sz="1400" dirty="0"/>
          </a:p>
          <a:p>
            <a:pPr marL="0" indent="0" algn="just">
              <a:buNone/>
            </a:pPr>
            <a:r>
              <a:rPr lang="en-US" sz="1400" dirty="0"/>
              <a:t>We would like to thank you for your trust in </a:t>
            </a:r>
            <a:r>
              <a:rPr lang="en-US" sz="1400" dirty="0" err="1"/>
              <a:t>taajeel</a:t>
            </a:r>
            <a:r>
              <a:rPr lang="en-US" sz="1400" dirty="0"/>
              <a:t> | </a:t>
            </a:r>
            <a:r>
              <a:rPr lang="ar-EG" sz="1400" dirty="0"/>
              <a:t>تعجيل</a:t>
            </a:r>
            <a:r>
              <a:rPr lang="en-US" sz="1400" dirty="0"/>
              <a:t> to propose [SERVICE DESCRIPTION]. (“Mission”/ “Assignment”).</a:t>
            </a:r>
          </a:p>
          <a:p>
            <a:pPr marL="0" indent="0">
              <a:buNone/>
            </a:pPr>
            <a:r>
              <a:rPr lang="en-US" sz="1400" dirty="0"/>
              <a:t>Accordingly, attached to Your Excellency in the Proposal of this scope of work.</a:t>
            </a:r>
          </a:p>
          <a:p>
            <a:pPr marL="0" indent="0">
              <a:buNone/>
            </a:pPr>
            <a:endParaRPr lang="en-US" sz="1400" dirty="0"/>
          </a:p>
          <a:p>
            <a:pPr marL="0" indent="0">
              <a:buNone/>
            </a:pPr>
            <a:r>
              <a:rPr lang="en-US" sz="1400" dirty="0"/>
              <a:t>Truly yours,,,  </a:t>
            </a:r>
          </a:p>
          <a:p>
            <a:pPr marL="0" indent="0">
              <a:buNone/>
            </a:pPr>
            <a:r>
              <a:rPr lang="en-US" sz="1400" dirty="0">
                <a:latin typeface="+mj-lt"/>
                <a:cs typeface="+mj-cs"/>
              </a:rPr>
              <a:t>Taajeel Business Solutions LLC</a:t>
            </a:r>
          </a:p>
          <a:p>
            <a:pPr marL="0" indent="0">
              <a:buNone/>
            </a:pPr>
            <a:endParaRPr lang="en-US" sz="1400" dirty="0"/>
          </a:p>
        </p:txBody>
      </p:sp>
      <p:sp>
        <p:nvSpPr>
          <p:cNvPr id="4" name="Slide Number Placeholder 3">
            <a:extLst>
              <a:ext uri="{FF2B5EF4-FFF2-40B4-BE49-F238E27FC236}">
                <a16:creationId xmlns:a16="http://schemas.microsoft.com/office/drawing/2014/main" id="{BA0BDEE8-1066-A703-DAEA-3C83D24A85B0}"/>
              </a:ext>
            </a:extLst>
          </p:cNvPr>
          <p:cNvSpPr>
            <a:spLocks noGrp="1"/>
          </p:cNvSpPr>
          <p:nvPr>
            <p:ph type="sldNum" sz="quarter" idx="11"/>
          </p:nvPr>
        </p:nvSpPr>
        <p:spPr/>
        <p:txBody>
          <a:bodyPr/>
          <a:lstStyle/>
          <a:p>
            <a:fld id="{A29190EB-7945-4811-B3CB-0217A9F45703}" type="slidenum">
              <a:rPr lang="en-US" smtClean="0"/>
              <a:pPr/>
              <a:t>5</a:t>
            </a:fld>
            <a:endParaRPr lang="en-US" dirty="0"/>
          </a:p>
        </p:txBody>
      </p:sp>
      <p:sp>
        <p:nvSpPr>
          <p:cNvPr id="8" name="LETTER.REFERENCE">
            <a:extLst>
              <a:ext uri="{FF2B5EF4-FFF2-40B4-BE49-F238E27FC236}">
                <a16:creationId xmlns:a16="http://schemas.microsoft.com/office/drawing/2014/main" id="{5AFBBB07-2F3B-42F7-AFD8-D2F6487EB536}"/>
              </a:ext>
            </a:extLst>
          </p:cNvPr>
          <p:cNvSpPr txBox="1"/>
          <p:nvPr/>
        </p:nvSpPr>
        <p:spPr>
          <a:xfrm>
            <a:off x="66553" y="328657"/>
            <a:ext cx="4206240"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0" i="0" u="none" strike="noStrike" kern="1200" cap="none" spc="0" normalizeH="0" baseline="0" noProof="0" dirty="0">
                <a:ln>
                  <a:noFill/>
                </a:ln>
                <a:solidFill>
                  <a:srgbClr val="0E314F"/>
                </a:solidFill>
                <a:effectLst/>
                <a:uLnTx/>
                <a:uFillTx/>
                <a:latin typeface="Free 3 of 9 Extended" pitchFamily="2" charset="0"/>
                <a:ea typeface="Ebrima" panose="02000000000000000000" pitchFamily="2" charset="0"/>
                <a:cs typeface="Ebrima" panose="02000000000000000000" pitchFamily="2" charset="0"/>
              </a:rPr>
              <a:t>[REFERENCE]</a:t>
            </a:r>
          </a:p>
        </p:txBody>
      </p:sp>
      <p:pic>
        <p:nvPicPr>
          <p:cNvPr id="12" name="Picture 11" descr="A black and blue sign with white text&#10;&#10;Description automatically generated">
            <a:extLst>
              <a:ext uri="{FF2B5EF4-FFF2-40B4-BE49-F238E27FC236}">
                <a16:creationId xmlns:a16="http://schemas.microsoft.com/office/drawing/2014/main" id="{40834881-3255-689F-3FEF-7D66A955C3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24629" y="4939007"/>
            <a:ext cx="1019766" cy="1301240"/>
          </a:xfrm>
          <a:prstGeom prst="rect">
            <a:avLst/>
          </a:prstGeom>
        </p:spPr>
      </p:pic>
      <p:pic>
        <p:nvPicPr>
          <p:cNvPr id="18" name="Picture 17">
            <a:extLst>
              <a:ext uri="{FF2B5EF4-FFF2-40B4-BE49-F238E27FC236}">
                <a16:creationId xmlns:a16="http://schemas.microsoft.com/office/drawing/2014/main" id="{4A3E1012-D23D-7019-3EF5-C03190C1B10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34407" y="4421506"/>
            <a:ext cx="3126460" cy="1563230"/>
          </a:xfrm>
          <a:prstGeom prst="rect">
            <a:avLst/>
          </a:prstGeom>
        </p:spPr>
      </p:pic>
      <p:pic>
        <p:nvPicPr>
          <p:cNvPr id="2" name="Picture 1">
            <a:extLst>
              <a:ext uri="{FF2B5EF4-FFF2-40B4-BE49-F238E27FC236}">
                <a16:creationId xmlns:a16="http://schemas.microsoft.com/office/drawing/2014/main" id="{D01E0259-FBAF-D953-A6C2-E0A9B60DD6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44395" y="4939007"/>
            <a:ext cx="930322" cy="1315956"/>
          </a:xfrm>
          <a:prstGeom prst="rect">
            <a:avLst/>
          </a:prstGeom>
        </p:spPr>
      </p:pic>
    </p:spTree>
    <p:extLst>
      <p:ext uri="{BB962C8B-B14F-4D97-AF65-F5344CB8AC3E}">
        <p14:creationId xmlns:p14="http://schemas.microsoft.com/office/powerpoint/2010/main" val="18898465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A9008-8735-24E6-8090-DE051E2FA58C}"/>
              </a:ext>
            </a:extLst>
          </p:cNvPr>
          <p:cNvSpPr>
            <a:spLocks noGrp="1"/>
          </p:cNvSpPr>
          <p:nvPr>
            <p:ph type="title"/>
          </p:nvPr>
        </p:nvSpPr>
        <p:spPr/>
        <p:txBody>
          <a:bodyPr/>
          <a:lstStyle/>
          <a:p>
            <a:r>
              <a:rPr lang="en-US" dirty="0"/>
              <a:t>About Taajeel</a:t>
            </a:r>
          </a:p>
        </p:txBody>
      </p:sp>
    </p:spTree>
    <p:extLst>
      <p:ext uri="{BB962C8B-B14F-4D97-AF65-F5344CB8AC3E}">
        <p14:creationId xmlns:p14="http://schemas.microsoft.com/office/powerpoint/2010/main" val="31271480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B2883C74-E2A6-2B6F-D7ED-971616E4CDA4}"/>
              </a:ext>
            </a:extLst>
          </p:cNvPr>
          <p:cNvSpPr txBox="1"/>
          <p:nvPr/>
        </p:nvSpPr>
        <p:spPr>
          <a:xfrm>
            <a:off x="0" y="6219130"/>
            <a:ext cx="6294120" cy="400110"/>
          </a:xfrm>
          <a:prstGeom prst="rect">
            <a:avLst/>
          </a:prstGeom>
          <a:noFill/>
        </p:spPr>
        <p:txBody>
          <a:bodyPr wrap="square">
            <a:spAutoFit/>
          </a:bodyPr>
          <a:lstStyle/>
          <a:p>
            <a:r>
              <a:rPr lang="en-US" sz="2000" dirty="0">
                <a:solidFill>
                  <a:srgbClr val="0F3352"/>
                </a:solidFill>
              </a:rPr>
              <a:t>We accelerate your steps to build your company,,,</a:t>
            </a:r>
          </a:p>
        </p:txBody>
      </p:sp>
      <p:sp>
        <p:nvSpPr>
          <p:cNvPr id="2" name="TextBox 1">
            <a:extLst>
              <a:ext uri="{FF2B5EF4-FFF2-40B4-BE49-F238E27FC236}">
                <a16:creationId xmlns:a16="http://schemas.microsoft.com/office/drawing/2014/main" id="{30E4302D-CE99-A503-5E13-EADB40048DFA}"/>
              </a:ext>
            </a:extLst>
          </p:cNvPr>
          <p:cNvSpPr txBox="1"/>
          <p:nvPr/>
        </p:nvSpPr>
        <p:spPr>
          <a:xfrm>
            <a:off x="0" y="5744755"/>
            <a:ext cx="6294120" cy="400110"/>
          </a:xfrm>
          <a:prstGeom prst="rect">
            <a:avLst/>
          </a:prstGeom>
          <a:noFill/>
        </p:spPr>
        <p:txBody>
          <a:bodyPr wrap="square">
            <a:spAutoFit/>
          </a:bodyPr>
          <a:lstStyle/>
          <a:p>
            <a:pPr algn="r"/>
            <a:r>
              <a:rPr lang="ar-EG" sz="2000" dirty="0">
                <a:solidFill>
                  <a:srgbClr val="0F3352"/>
                </a:solidFill>
              </a:rPr>
              <a:t>نعجل خطوتك، لتبني منظومتك،،،</a:t>
            </a:r>
          </a:p>
        </p:txBody>
      </p:sp>
    </p:spTree>
    <p:extLst>
      <p:ext uri="{BB962C8B-B14F-4D97-AF65-F5344CB8AC3E}">
        <p14:creationId xmlns:p14="http://schemas.microsoft.com/office/powerpoint/2010/main" val="32760393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2530E1-24BF-072C-26EF-6ABF0E939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156995-86B6-D048-1C4F-9CD1F5DA8DEE}"/>
              </a:ext>
            </a:extLst>
          </p:cNvPr>
          <p:cNvSpPr>
            <a:spLocks noGrp="1"/>
          </p:cNvSpPr>
          <p:nvPr>
            <p:ph type="title"/>
          </p:nvPr>
        </p:nvSpPr>
        <p:spPr>
          <a:xfrm>
            <a:off x="66553" y="213885"/>
            <a:ext cx="8194876" cy="719843"/>
          </a:xfrm>
        </p:spPr>
        <p:txBody>
          <a:bodyPr>
            <a:normAutofit/>
          </a:bodyPr>
          <a:lstStyle/>
          <a:p>
            <a:r>
              <a:rPr lang="en-US" sz="2800" dirty="0"/>
              <a:t>About Taajeel:</a:t>
            </a:r>
          </a:p>
        </p:txBody>
      </p:sp>
      <p:sp>
        <p:nvSpPr>
          <p:cNvPr id="4" name="Slide Number Placeholder 3">
            <a:extLst>
              <a:ext uri="{FF2B5EF4-FFF2-40B4-BE49-F238E27FC236}">
                <a16:creationId xmlns:a16="http://schemas.microsoft.com/office/drawing/2014/main" id="{16259965-A89E-D370-1BCD-B80136951C63}"/>
              </a:ext>
            </a:extLst>
          </p:cNvPr>
          <p:cNvSpPr>
            <a:spLocks noGrp="1"/>
          </p:cNvSpPr>
          <p:nvPr>
            <p:ph type="sldNum" sz="quarter" idx="11"/>
          </p:nvPr>
        </p:nvSpPr>
        <p:spPr/>
        <p:txBody>
          <a:bodyPr/>
          <a:lstStyle/>
          <a:p>
            <a:fld id="{A29190EB-7945-4811-B3CB-0217A9F45703}" type="slidenum">
              <a:rPr lang="en-US" smtClean="0"/>
              <a:pPr/>
              <a:t>8</a:t>
            </a:fld>
            <a:endParaRPr lang="en-US" dirty="0"/>
          </a:p>
        </p:txBody>
      </p:sp>
      <p:sp>
        <p:nvSpPr>
          <p:cNvPr id="12" name="TextBox 11">
            <a:extLst>
              <a:ext uri="{FF2B5EF4-FFF2-40B4-BE49-F238E27FC236}">
                <a16:creationId xmlns:a16="http://schemas.microsoft.com/office/drawing/2014/main" id="{C68B2953-D331-AE21-97C1-743B3D4AF5EF}"/>
              </a:ext>
            </a:extLst>
          </p:cNvPr>
          <p:cNvSpPr txBox="1"/>
          <p:nvPr/>
        </p:nvSpPr>
        <p:spPr>
          <a:xfrm>
            <a:off x="66553" y="1025168"/>
            <a:ext cx="12125447" cy="5693866"/>
          </a:xfrm>
          <a:prstGeom prst="rect">
            <a:avLst/>
          </a:prstGeom>
          <a:noFill/>
        </p:spPr>
        <p:txBody>
          <a:bodyPr wrap="square">
            <a:spAutoFit/>
          </a:bodyPr>
          <a:lstStyle/>
          <a:p>
            <a:pPr algn="just"/>
            <a:r>
              <a:rPr lang="en-US" sz="1400" dirty="0"/>
              <a:t>Taajeel stands as a beacon of excellence in the business solutions landscape, seamlessly merging innovation with expertise to empower organizations to reach their full potential. Rooted in a commitment to unparalleled quality, we provide comprehensive management consulting, administrative optimization, and strategic insights that drive success. At Taajeel, our mission transcends delivering services—we aspire to transform challenges into opportunities, fostering growth, resilience, and sustainable excellence for our clients in an ever-evolving</a:t>
            </a:r>
            <a:r>
              <a:rPr lang="ar-SA" sz="1400" dirty="0"/>
              <a:t> </a:t>
            </a:r>
            <a:r>
              <a:rPr lang="en-US" sz="1400" dirty="0"/>
              <a:t>Saudi market.</a:t>
            </a:r>
          </a:p>
          <a:p>
            <a:pPr algn="just"/>
            <a:endParaRPr lang="en-US" sz="1400" dirty="0"/>
          </a:p>
          <a:p>
            <a:pPr algn="just"/>
            <a:r>
              <a:rPr lang="en-US" sz="1400" dirty="0">
                <a:latin typeface="+mj-lt"/>
                <a:cs typeface="Lama Sans SemiBold" panose="00000200000000000000" pitchFamily="2" charset="-78"/>
              </a:rPr>
              <a:t>The Inspiration Behind Taajeel's Logo</a:t>
            </a:r>
          </a:p>
          <a:p>
            <a:pPr algn="just"/>
            <a:endParaRPr lang="en-US" sz="1400" dirty="0">
              <a:cs typeface="Lama Sans SemiBold" panose="00000200000000000000" pitchFamily="2" charset="-78"/>
            </a:endParaRPr>
          </a:p>
          <a:p>
            <a:pPr algn="just"/>
            <a:endParaRPr lang="en-US" sz="1400" dirty="0">
              <a:cs typeface="Lama Sans SemiBold" panose="00000200000000000000" pitchFamily="2" charset="-78"/>
            </a:endParaRPr>
          </a:p>
          <a:p>
            <a:pPr algn="just"/>
            <a:endParaRPr lang="en-US" sz="1400" dirty="0">
              <a:cs typeface="Lama Sans SemiBold" panose="00000200000000000000" pitchFamily="2" charset="-78"/>
            </a:endParaRPr>
          </a:p>
          <a:p>
            <a:pPr algn="just"/>
            <a:endParaRPr lang="en-US" sz="1400" dirty="0">
              <a:cs typeface="Lama Sans SemiBold" panose="00000200000000000000" pitchFamily="2" charset="-78"/>
            </a:endParaRPr>
          </a:p>
          <a:p>
            <a:pPr algn="just"/>
            <a:endParaRPr lang="en-US" sz="1400" dirty="0">
              <a:cs typeface="Lama Sans SemiBold" panose="00000200000000000000" pitchFamily="2" charset="-78"/>
            </a:endParaRPr>
          </a:p>
          <a:p>
            <a:pPr algn="just"/>
            <a:endParaRPr lang="en-US" sz="1400" dirty="0">
              <a:cs typeface="Lama Sans SemiBold" panose="00000200000000000000" pitchFamily="2" charset="-78"/>
            </a:endParaRPr>
          </a:p>
          <a:p>
            <a:pPr algn="just"/>
            <a:r>
              <a:rPr lang="en-US" sz="1400" dirty="0"/>
              <a:t>The Taajeel logo draws inspiration from elements deeply rooted in Saudi culture and values, reflecting the essence of the company's mission and vision:</a:t>
            </a:r>
          </a:p>
          <a:p>
            <a:pPr algn="just"/>
            <a:r>
              <a:rPr lang="en-US" sz="1400" dirty="0">
                <a:latin typeface="Lama Sans SemiBold" panose="00000200000000000000" pitchFamily="2" charset="-78"/>
                <a:cs typeface="Lama Sans SemiBold" panose="00000200000000000000" pitchFamily="2" charset="-78"/>
              </a:rPr>
              <a:t>The Book:</a:t>
            </a:r>
          </a:p>
          <a:p>
            <a:pPr algn="just"/>
            <a:r>
              <a:rPr lang="en-US" sz="1400" dirty="0"/>
              <a:t>A symbol of clarity, knowledge dissemination, and transparency, the book reflects Taajeel’s commitment to empowering clients through clear communication, shared insights, and expertise that drive their growth and success.</a:t>
            </a:r>
          </a:p>
          <a:p>
            <a:pPr algn="just"/>
            <a:r>
              <a:rPr lang="en-US" sz="1400" dirty="0">
                <a:latin typeface="Lama Sans SemiBold" panose="00000200000000000000" pitchFamily="2" charset="-78"/>
                <a:cs typeface="Lama Sans SemiBold" panose="00000200000000000000" pitchFamily="2" charset="-78"/>
              </a:rPr>
              <a:t>The Peregrine Falcon (</a:t>
            </a:r>
            <a:r>
              <a:rPr lang="en-US" sz="1400" dirty="0" err="1">
                <a:latin typeface="Lama Sans SemiBold" panose="00000200000000000000" pitchFamily="2" charset="-78"/>
                <a:cs typeface="Lama Sans SemiBold" panose="00000200000000000000" pitchFamily="2" charset="-78"/>
              </a:rPr>
              <a:t>Saqr</a:t>
            </a:r>
            <a:r>
              <a:rPr lang="en-US" sz="1400" dirty="0">
                <a:latin typeface="Lama Sans SemiBold" panose="00000200000000000000" pitchFamily="2" charset="-78"/>
                <a:cs typeface="Lama Sans SemiBold" panose="00000200000000000000" pitchFamily="2" charset="-78"/>
              </a:rPr>
              <a:t> Al-Shaheen | </a:t>
            </a:r>
            <a:r>
              <a:rPr lang="ar-SA" sz="1400" dirty="0">
                <a:latin typeface="Lama Sans SemiBold" panose="00000200000000000000" pitchFamily="2" charset="-78"/>
                <a:cs typeface="Lama Sans SemiBold" panose="00000200000000000000" pitchFamily="2" charset="-78"/>
              </a:rPr>
              <a:t>صقر الشاهين</a:t>
            </a:r>
            <a:r>
              <a:rPr lang="en-US" sz="1400" dirty="0">
                <a:latin typeface="Lama Sans SemiBold" panose="00000200000000000000" pitchFamily="2" charset="-78"/>
                <a:cs typeface="Lama Sans SemiBold" panose="00000200000000000000" pitchFamily="2" charset="-78"/>
              </a:rPr>
              <a:t>):</a:t>
            </a:r>
          </a:p>
          <a:p>
            <a:pPr algn="just"/>
            <a:r>
              <a:rPr lang="en-US" sz="1400" dirty="0"/>
              <a:t>A powerful cultural symbol in Saudi Arabia, the falcon represents speed, precision, and excellence. This aligns seamlessly with Taajeel's promise of swift execution and outstanding performance, embodying the agility and cultural connection at the heart of its client relationships.</a:t>
            </a:r>
          </a:p>
          <a:p>
            <a:pPr algn="just"/>
            <a:r>
              <a:rPr lang="en-US" sz="1400" dirty="0">
                <a:latin typeface="Lama Sans SemiBold" panose="00000200000000000000" pitchFamily="2" charset="-78"/>
                <a:cs typeface="Lama Sans SemiBold" panose="00000200000000000000" pitchFamily="2" charset="-78"/>
              </a:rPr>
              <a:t>Open Hands:</a:t>
            </a:r>
          </a:p>
          <a:p>
            <a:pPr algn="just"/>
            <a:r>
              <a:rPr lang="en-US" sz="1400" dirty="0"/>
              <a:t>Representing hospitality and care, the open hands symbolize Taajeel's welcoming approach and its dedication to nurturing and supporting clients, ensuring a sense of trust and partnership in every interaction.</a:t>
            </a:r>
          </a:p>
          <a:p>
            <a:pPr algn="just"/>
            <a:r>
              <a:rPr lang="en-US" sz="1400" dirty="0"/>
              <a:t>Each element of the logo is thoughtfully designed to embody Taajeel's core values while emphasizing its unique identity as a leader in the consulting and professional services landscape.</a:t>
            </a:r>
          </a:p>
        </p:txBody>
      </p:sp>
      <p:pic>
        <p:nvPicPr>
          <p:cNvPr id="13" name="Picture 12" descr="An open book with a black background&#10;&#10;Description automatically generated">
            <a:extLst>
              <a:ext uri="{FF2B5EF4-FFF2-40B4-BE49-F238E27FC236}">
                <a16:creationId xmlns:a16="http://schemas.microsoft.com/office/drawing/2014/main" id="{F379D22E-8B35-E870-E5CC-1FCB5E67ADD3}"/>
              </a:ext>
            </a:extLst>
          </p:cNvPr>
          <p:cNvPicPr>
            <a:picLocks noChangeAspect="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t="28028" b="13952"/>
          <a:stretch/>
        </p:blipFill>
        <p:spPr bwMode="auto">
          <a:xfrm>
            <a:off x="1429089" y="2439866"/>
            <a:ext cx="2959127" cy="1142969"/>
          </a:xfrm>
          <a:prstGeom prst="rect">
            <a:avLst/>
          </a:prstGeom>
          <a:ln>
            <a:noFill/>
          </a:ln>
          <a:extLst>
            <a:ext uri="{53640926-AAD7-44D8-BBD7-CCE9431645EC}">
              <a14:shadowObscured xmlns:a14="http://schemas.microsoft.com/office/drawing/2010/main"/>
            </a:ext>
          </a:extLst>
        </p:spPr>
      </p:pic>
      <p:pic>
        <p:nvPicPr>
          <p:cNvPr id="14" name="Picture 13" descr="A white and blue bird with wings spread&#10;&#10;Description automatically generated">
            <a:extLst>
              <a:ext uri="{FF2B5EF4-FFF2-40B4-BE49-F238E27FC236}">
                <a16:creationId xmlns:a16="http://schemas.microsoft.com/office/drawing/2014/main" id="{55E5D24A-813B-58B5-2EF4-CA0E636BA7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308087" y="2493902"/>
            <a:ext cx="3486436" cy="1183790"/>
          </a:xfrm>
          <a:prstGeom prst="rect">
            <a:avLst/>
          </a:prstGeom>
        </p:spPr>
      </p:pic>
      <p:pic>
        <p:nvPicPr>
          <p:cNvPr id="18" name="Picture 17">
            <a:extLst>
              <a:ext uri="{FF2B5EF4-FFF2-40B4-BE49-F238E27FC236}">
                <a16:creationId xmlns:a16="http://schemas.microsoft.com/office/drawing/2014/main" id="{499006BE-B851-6CD4-924B-58DC53DA8A77}"/>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tretch>
            <a:fillRect/>
          </a:stretch>
        </p:blipFill>
        <p:spPr>
          <a:xfrm>
            <a:off x="8200430" y="2482410"/>
            <a:ext cx="2046372" cy="1195282"/>
          </a:xfrm>
          <a:prstGeom prst="rect">
            <a:avLst/>
          </a:prstGeom>
        </p:spPr>
      </p:pic>
      <p:pic>
        <p:nvPicPr>
          <p:cNvPr id="15" name="Picture 14" descr="A blue and black logo&#10;&#10;Description automatically generated">
            <a:extLst>
              <a:ext uri="{FF2B5EF4-FFF2-40B4-BE49-F238E27FC236}">
                <a16:creationId xmlns:a16="http://schemas.microsoft.com/office/drawing/2014/main" id="{5D58ACFF-4A79-9FE2-F784-2DB1C197AE34}"/>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tretch/>
        </p:blipFill>
        <p:spPr bwMode="auto">
          <a:xfrm>
            <a:off x="7887557" y="2795539"/>
            <a:ext cx="2612803" cy="1007284"/>
          </a:xfrm>
          <a:prstGeom prst="rect">
            <a:avLst/>
          </a:prstGeom>
          <a:extLst>
            <a:ext uri="{53640926-AAD7-44D8-BBD7-CCE9431645EC}">
              <a14:shadowObscured xmlns:a14="http://schemas.microsoft.com/office/drawing/2010/main"/>
            </a:ext>
          </a:extLst>
        </p:spPr>
      </p:pic>
      <p:pic>
        <p:nvPicPr>
          <p:cNvPr id="19" name="Picture 18" descr="A blue and black logo&#10;&#10;Description automatically generated">
            <a:extLst>
              <a:ext uri="{FF2B5EF4-FFF2-40B4-BE49-F238E27FC236}">
                <a16:creationId xmlns:a16="http://schemas.microsoft.com/office/drawing/2014/main" id="{DDDA2293-20F0-7FF2-E274-01282E5C234F}"/>
              </a:ext>
            </a:extLst>
          </p:cNvPr>
          <p:cNvPicPr>
            <a:picLocks noChangeAspect="1"/>
          </p:cNvPicPr>
          <p:nvPr/>
        </p:nvPicPr>
        <p:blipFill rotWithShape="1">
          <a:blip r:embed="rId6" cstate="print">
            <a:alphaModFix amt="50000"/>
            <a:extLst>
              <a:ext uri="{28A0092B-C50C-407E-A947-70E740481C1C}">
                <a14:useLocalDpi xmlns:a14="http://schemas.microsoft.com/office/drawing/2010/main" val="0"/>
              </a:ext>
            </a:extLst>
          </a:blip>
          <a:stretch/>
        </p:blipFill>
        <p:spPr bwMode="auto">
          <a:xfrm>
            <a:off x="1602250" y="2765264"/>
            <a:ext cx="2612803" cy="1007284"/>
          </a:xfrm>
          <a:prstGeom prst="rect">
            <a:avLst/>
          </a:prstGeom>
          <a:extLst>
            <a:ext uri="{53640926-AAD7-44D8-BBD7-CCE9431645EC}">
              <a14:shadowObscured xmlns:a14="http://schemas.microsoft.com/office/drawing/2010/main"/>
            </a:ext>
          </a:extLst>
        </p:spPr>
      </p:pic>
    </p:spTree>
    <p:extLst>
      <p:ext uri="{BB962C8B-B14F-4D97-AF65-F5344CB8AC3E}">
        <p14:creationId xmlns:p14="http://schemas.microsoft.com/office/powerpoint/2010/main" val="3099360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9EA6F2-753A-594B-D524-649D6EBF65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7E8991-B54B-861C-3009-51F77A847E79}"/>
              </a:ext>
            </a:extLst>
          </p:cNvPr>
          <p:cNvSpPr>
            <a:spLocks noGrp="1"/>
          </p:cNvSpPr>
          <p:nvPr>
            <p:ph type="title"/>
          </p:nvPr>
        </p:nvSpPr>
        <p:spPr>
          <a:xfrm>
            <a:off x="66553" y="213885"/>
            <a:ext cx="8194876" cy="719843"/>
          </a:xfrm>
        </p:spPr>
        <p:txBody>
          <a:bodyPr>
            <a:normAutofit/>
          </a:bodyPr>
          <a:lstStyle/>
          <a:p>
            <a:r>
              <a:rPr lang="en-US" sz="2800" dirty="0"/>
              <a:t>About Taajeel:</a:t>
            </a:r>
          </a:p>
        </p:txBody>
      </p:sp>
      <p:sp>
        <p:nvSpPr>
          <p:cNvPr id="4" name="Slide Number Placeholder 3">
            <a:extLst>
              <a:ext uri="{FF2B5EF4-FFF2-40B4-BE49-F238E27FC236}">
                <a16:creationId xmlns:a16="http://schemas.microsoft.com/office/drawing/2014/main" id="{B2F080F7-9C0C-3F54-1FCF-2EF18A67B369}"/>
              </a:ext>
            </a:extLst>
          </p:cNvPr>
          <p:cNvSpPr>
            <a:spLocks noGrp="1"/>
          </p:cNvSpPr>
          <p:nvPr>
            <p:ph type="sldNum" sz="quarter" idx="11"/>
          </p:nvPr>
        </p:nvSpPr>
        <p:spPr/>
        <p:txBody>
          <a:bodyPr/>
          <a:lstStyle/>
          <a:p>
            <a:fld id="{A29190EB-7945-4811-B3CB-0217A9F45703}" type="slidenum">
              <a:rPr lang="en-US" smtClean="0"/>
              <a:pPr/>
              <a:t>9</a:t>
            </a:fld>
            <a:endParaRPr lang="en-US" dirty="0"/>
          </a:p>
        </p:txBody>
      </p:sp>
      <p:sp>
        <p:nvSpPr>
          <p:cNvPr id="12" name="TextBox 11">
            <a:extLst>
              <a:ext uri="{FF2B5EF4-FFF2-40B4-BE49-F238E27FC236}">
                <a16:creationId xmlns:a16="http://schemas.microsoft.com/office/drawing/2014/main" id="{BB44FE13-E478-A215-398D-A0CA6C29BBB2}"/>
              </a:ext>
            </a:extLst>
          </p:cNvPr>
          <p:cNvSpPr txBox="1"/>
          <p:nvPr/>
        </p:nvSpPr>
        <p:spPr>
          <a:xfrm>
            <a:off x="66553" y="722714"/>
            <a:ext cx="12125447" cy="5970865"/>
          </a:xfrm>
          <a:prstGeom prst="rect">
            <a:avLst/>
          </a:prstGeom>
          <a:noFill/>
        </p:spPr>
        <p:txBody>
          <a:bodyPr wrap="square">
            <a:spAutoFit/>
          </a:bodyPr>
          <a:lstStyle/>
          <a:p>
            <a:r>
              <a:rPr lang="en-US" sz="1400" dirty="0">
                <a:solidFill>
                  <a:srgbClr val="0F3353"/>
                </a:solidFill>
                <a:latin typeface="Lama Sans SemiBold" panose="00000200000000000000" pitchFamily="2" charset="-78"/>
                <a:cs typeface="Lama Sans SemiBold" panose="00000200000000000000" pitchFamily="2" charset="-78"/>
              </a:rPr>
              <a:t>Taajeel Mission:</a:t>
            </a:r>
          </a:p>
          <a:p>
            <a:pPr algn="just"/>
            <a:r>
              <a:rPr lang="en-US" sz="1400" dirty="0">
                <a:solidFill>
                  <a:srgbClr val="0F3353"/>
                </a:solidFill>
              </a:rPr>
              <a:t>At Taajeel, our mission is to become the preferred partner for businesses in the fields of consulting and professional services. We aim to deliver high-quality solutions tailored to meet our clients’ needs and support them in achieving their objectives.</a:t>
            </a:r>
          </a:p>
          <a:p>
            <a:endParaRPr lang="en-US" sz="1400" dirty="0">
              <a:solidFill>
                <a:srgbClr val="0F3353"/>
              </a:solidFill>
            </a:endParaRPr>
          </a:p>
          <a:p>
            <a:r>
              <a:rPr lang="en-US" sz="1400" dirty="0">
                <a:solidFill>
                  <a:srgbClr val="0F3353"/>
                </a:solidFill>
                <a:latin typeface="Lama Sans SemiBold" panose="00000200000000000000" pitchFamily="2" charset="-78"/>
                <a:cs typeface="Lama Sans SemiBold" panose="00000200000000000000" pitchFamily="2" charset="-78"/>
              </a:rPr>
              <a:t>Taajeel Vision:</a:t>
            </a:r>
          </a:p>
          <a:p>
            <a:pPr algn="just"/>
            <a:r>
              <a:rPr lang="en-US" sz="1400" dirty="0">
                <a:solidFill>
                  <a:srgbClr val="0F3353"/>
                </a:solidFill>
              </a:rPr>
              <a:t>To be a pioneer in consulting and professional services by offering innovative solutions that address client needs and contribute to the economic development of Saudi Arabia.</a:t>
            </a:r>
          </a:p>
          <a:p>
            <a:endParaRPr lang="en-US" sz="1400" dirty="0">
              <a:solidFill>
                <a:srgbClr val="0F3353"/>
              </a:solidFill>
            </a:endParaRPr>
          </a:p>
          <a:p>
            <a:r>
              <a:rPr lang="en-US" sz="1400" dirty="0">
                <a:solidFill>
                  <a:srgbClr val="0F3353"/>
                </a:solidFill>
                <a:latin typeface="Lama Sans SemiBold" panose="00000200000000000000" pitchFamily="2" charset="-78"/>
                <a:cs typeface="Lama Sans SemiBold" panose="00000200000000000000" pitchFamily="2" charset="-78"/>
              </a:rPr>
              <a:t>Taajeel Strategy:</a:t>
            </a:r>
          </a:p>
          <a:p>
            <a:r>
              <a:rPr lang="en-US" sz="1400" dirty="0">
                <a:solidFill>
                  <a:srgbClr val="0F3353"/>
                </a:solidFill>
              </a:rPr>
              <a:t>Our strategy is built on three key pillars:</a:t>
            </a:r>
          </a:p>
          <a:p>
            <a:endParaRPr lang="en-US" sz="1400" dirty="0"/>
          </a:p>
          <a:p>
            <a:endParaRPr lang="en-US" sz="1400" dirty="0"/>
          </a:p>
          <a:p>
            <a:endParaRPr lang="en-US" sz="1400" dirty="0"/>
          </a:p>
          <a:p>
            <a:endParaRPr lang="en-US" sz="1400" dirty="0"/>
          </a:p>
          <a:p>
            <a:endParaRPr lang="en-US" sz="1400" dirty="0"/>
          </a:p>
          <a:p>
            <a:endParaRPr lang="en-US" sz="1400" dirty="0"/>
          </a:p>
          <a:p>
            <a:endParaRPr lang="en-US" sz="400" dirty="0"/>
          </a:p>
          <a:p>
            <a:r>
              <a:rPr lang="en-US" sz="1400" dirty="0">
                <a:solidFill>
                  <a:srgbClr val="0F3353"/>
                </a:solidFill>
                <a:latin typeface="Lama Sans SemiBold" panose="00000200000000000000" pitchFamily="2" charset="-78"/>
                <a:cs typeface="Lama Sans SemiBold" panose="00000200000000000000" pitchFamily="2" charset="-78"/>
              </a:rPr>
              <a:t>Taajeel Core Values:</a:t>
            </a: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endParaRPr lang="en-US" sz="1400" dirty="0">
              <a:solidFill>
                <a:srgbClr val="0F3353"/>
              </a:solidFill>
              <a:latin typeface="Lama Sans SemiBold" panose="00000200000000000000" pitchFamily="2" charset="-78"/>
              <a:cs typeface="Lama Sans SemiBold" panose="00000200000000000000" pitchFamily="2" charset="-78"/>
            </a:endParaRPr>
          </a:p>
          <a:p>
            <a:r>
              <a:rPr lang="en-US" sz="1400" dirty="0">
                <a:solidFill>
                  <a:srgbClr val="0F3353"/>
                </a:solidFill>
                <a:latin typeface="Lama Sans SemiBold" panose="00000200000000000000" pitchFamily="2" charset="-78"/>
                <a:cs typeface="Lama Sans SemiBold" panose="00000200000000000000" pitchFamily="2" charset="-78"/>
              </a:rPr>
              <a:t>Taajeel adding Value:</a:t>
            </a:r>
          </a:p>
          <a:p>
            <a:pPr algn="just"/>
            <a:r>
              <a:rPr lang="en-US" sz="1400" dirty="0">
                <a:solidFill>
                  <a:srgbClr val="0F3353"/>
                </a:solidFill>
                <a:cs typeface="Lama Sans SemiBold" panose="00000200000000000000" pitchFamily="2" charset="-78"/>
              </a:rPr>
              <a:t>By choosing Taajeel, You are partnering with a leader dedicated to delivering results-driven solutions that align with your goals, backed by a proven track record of success and a commitment to innovation and excellence.</a:t>
            </a:r>
          </a:p>
        </p:txBody>
      </p:sp>
      <p:graphicFrame>
        <p:nvGraphicFramePr>
          <p:cNvPr id="23" name="Table 22">
            <a:extLst>
              <a:ext uri="{FF2B5EF4-FFF2-40B4-BE49-F238E27FC236}">
                <a16:creationId xmlns:a16="http://schemas.microsoft.com/office/drawing/2014/main" id="{E3DDB13D-725E-2BD2-D0EF-56347CC25BC4}"/>
              </a:ext>
            </a:extLst>
          </p:cNvPr>
          <p:cNvGraphicFramePr>
            <a:graphicFrameLocks noGrp="1"/>
          </p:cNvGraphicFramePr>
          <p:nvPr>
            <p:extLst>
              <p:ext uri="{D42A27DB-BD31-4B8C-83A1-F6EECF244321}">
                <p14:modId xmlns:p14="http://schemas.microsoft.com/office/powerpoint/2010/main" val="4027290349"/>
              </p:ext>
            </p:extLst>
          </p:nvPr>
        </p:nvGraphicFramePr>
        <p:xfrm>
          <a:off x="292902" y="2851459"/>
          <a:ext cx="11899098" cy="1219200"/>
        </p:xfrm>
        <a:graphic>
          <a:graphicData uri="http://schemas.openxmlformats.org/drawingml/2006/table">
            <a:tbl>
              <a:tblPr firstRow="1" bandRow="1">
                <a:tableStyleId>{5C22544A-7EE6-4342-B048-85BDC9FD1C3A}</a:tableStyleId>
              </a:tblPr>
              <a:tblGrid>
                <a:gridCol w="3966366">
                  <a:extLst>
                    <a:ext uri="{9D8B030D-6E8A-4147-A177-3AD203B41FA5}">
                      <a16:colId xmlns:a16="http://schemas.microsoft.com/office/drawing/2014/main" val="1955483971"/>
                    </a:ext>
                  </a:extLst>
                </a:gridCol>
                <a:gridCol w="3966366">
                  <a:extLst>
                    <a:ext uri="{9D8B030D-6E8A-4147-A177-3AD203B41FA5}">
                      <a16:colId xmlns:a16="http://schemas.microsoft.com/office/drawing/2014/main" val="2780846856"/>
                    </a:ext>
                  </a:extLst>
                </a:gridCol>
                <a:gridCol w="3966366">
                  <a:extLst>
                    <a:ext uri="{9D8B030D-6E8A-4147-A177-3AD203B41FA5}">
                      <a16:colId xmlns:a16="http://schemas.microsoft.com/office/drawing/2014/main" val="3645809351"/>
                    </a:ext>
                  </a:extLst>
                </a:gridCol>
              </a:tblGrid>
              <a:tr h="448969">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F3353"/>
                          </a:solidFill>
                          <a:effectLst/>
                          <a:uLnTx/>
                          <a:uFillTx/>
                          <a:latin typeface="+mj-lt"/>
                          <a:ea typeface="+mn-ea"/>
                          <a:cs typeface="Lama Sans"/>
                        </a:rPr>
                        <a:t>Focus</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F3353"/>
                          </a:solidFill>
                          <a:effectLst/>
                          <a:uLnTx/>
                          <a:uFillTx/>
                          <a:latin typeface="Lama Sans"/>
                          <a:ea typeface="+mn-ea"/>
                          <a:cs typeface="Lama Sans"/>
                        </a:rPr>
                        <a:t>Taajeel is committed to providing high-quality services that meet clients’ needs and expectations. A robust quality framework has been established to define the standards all our products and services must meet.</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F3353"/>
                          </a:solidFill>
                          <a:effectLst/>
                          <a:uLnTx/>
                          <a:uFillTx/>
                          <a:latin typeface="+mj-lt"/>
                          <a:ea typeface="+mn-ea"/>
                          <a:cs typeface="Lama Sans"/>
                        </a:rPr>
                        <a:t>Innovation</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F3353"/>
                          </a:solidFill>
                          <a:effectLst/>
                          <a:uLnTx/>
                          <a:uFillTx/>
                          <a:latin typeface="Lama Sans"/>
                          <a:ea typeface="+mn-ea"/>
                          <a:cs typeface="Lama Sans"/>
                        </a:rPr>
                        <a:t>We continually strive to develop cutting-edge solutions that address client challenges and drive economic growth. A dedicated innovation team is in place to create new products and services that respond to evolving client demands.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dirty="0">
                          <a:ln>
                            <a:noFill/>
                          </a:ln>
                          <a:solidFill>
                            <a:srgbClr val="0F3353"/>
                          </a:solidFill>
                          <a:effectLst/>
                          <a:uLnTx/>
                          <a:uFillTx/>
                          <a:latin typeface="+mj-lt"/>
                          <a:ea typeface="+mn-ea"/>
                          <a:cs typeface="+mj-cs"/>
                        </a:rPr>
                        <a:t>Specialization</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0" i="0" u="none" strike="noStrike" kern="1200" cap="none" spc="0" normalizeH="0" baseline="0" noProof="0" dirty="0">
                          <a:ln>
                            <a:noFill/>
                          </a:ln>
                          <a:solidFill>
                            <a:srgbClr val="0F3353"/>
                          </a:solidFill>
                          <a:effectLst/>
                          <a:uLnTx/>
                          <a:uFillTx/>
                          <a:latin typeface="Lama Sans"/>
                          <a:ea typeface="+mn-ea"/>
                          <a:cs typeface="Lama Sans"/>
                        </a:rPr>
                        <a:t>Taajeel focuses on specialized consulting and professional services, including business setup, organizational structuring and restructuring, and comprehensive business solutions.</a:t>
                      </a:r>
                    </a:p>
                  </a:txBody>
                  <a:tcPr>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804211159"/>
                  </a:ext>
                </a:extLst>
              </a:tr>
            </a:tbl>
          </a:graphicData>
        </a:graphic>
      </p:graphicFrame>
      <p:graphicFrame>
        <p:nvGraphicFramePr>
          <p:cNvPr id="30" name="Table 29">
            <a:extLst>
              <a:ext uri="{FF2B5EF4-FFF2-40B4-BE49-F238E27FC236}">
                <a16:creationId xmlns:a16="http://schemas.microsoft.com/office/drawing/2014/main" id="{69675415-45ED-B37A-97D2-E813F5B55F2A}"/>
              </a:ext>
            </a:extLst>
          </p:cNvPr>
          <p:cNvGraphicFramePr>
            <a:graphicFrameLocks noGrp="1"/>
          </p:cNvGraphicFramePr>
          <p:nvPr>
            <p:extLst>
              <p:ext uri="{D42A27DB-BD31-4B8C-83A1-F6EECF244321}">
                <p14:modId xmlns:p14="http://schemas.microsoft.com/office/powerpoint/2010/main" val="1617417320"/>
              </p:ext>
            </p:extLst>
          </p:nvPr>
        </p:nvGraphicFramePr>
        <p:xfrm>
          <a:off x="213003" y="4579488"/>
          <a:ext cx="11832546" cy="1341120"/>
        </p:xfrm>
        <a:graphic>
          <a:graphicData uri="http://schemas.openxmlformats.org/drawingml/2006/table">
            <a:tbl>
              <a:tblPr firstRow="1" bandRow="1">
                <a:tableStyleId>{5C22544A-7EE6-4342-B048-85BDC9FD1C3A}</a:tableStyleId>
              </a:tblPr>
              <a:tblGrid>
                <a:gridCol w="3944182">
                  <a:extLst>
                    <a:ext uri="{9D8B030D-6E8A-4147-A177-3AD203B41FA5}">
                      <a16:colId xmlns:a16="http://schemas.microsoft.com/office/drawing/2014/main" val="1822189622"/>
                    </a:ext>
                  </a:extLst>
                </a:gridCol>
                <a:gridCol w="3944182">
                  <a:extLst>
                    <a:ext uri="{9D8B030D-6E8A-4147-A177-3AD203B41FA5}">
                      <a16:colId xmlns:a16="http://schemas.microsoft.com/office/drawing/2014/main" val="1955427304"/>
                    </a:ext>
                  </a:extLst>
                </a:gridCol>
                <a:gridCol w="3944182">
                  <a:extLst>
                    <a:ext uri="{9D8B030D-6E8A-4147-A177-3AD203B41FA5}">
                      <a16:colId xmlns:a16="http://schemas.microsoft.com/office/drawing/2014/main" val="4290801135"/>
                    </a:ext>
                  </a:extLst>
                </a:gridCol>
              </a:tblGrid>
              <a:tr h="49189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0F3353"/>
                          </a:solidFill>
                          <a:latin typeface="+mj-lt"/>
                        </a:rPr>
                        <a:t>Quality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0F3353"/>
                          </a:solidFill>
                          <a:latin typeface="+mn-lt"/>
                        </a:rPr>
                        <a:t>Delivering exceptional services that align with client needs and expectations.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0F3353"/>
                          </a:solidFill>
                          <a:latin typeface="+mj-lt"/>
                        </a:rPr>
                        <a:t>Innovation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0F3353"/>
                          </a:solidFill>
                          <a:latin typeface="+mn-lt"/>
                        </a:rPr>
                        <a:t>Developing creative solutions that foster economic growth and meet client demands.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b="0" dirty="0">
                          <a:solidFill>
                            <a:srgbClr val="0F3353"/>
                          </a:solidFill>
                          <a:latin typeface="+mj-lt"/>
                        </a:rPr>
                        <a:t>Integrity</a:t>
                      </a:r>
                      <a:endParaRPr lang="en-US" sz="1200" b="0" dirty="0">
                        <a:solidFill>
                          <a:srgbClr val="0F3353"/>
                        </a:solidFill>
                        <a:latin typeface="+mj-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b="0" dirty="0">
                          <a:solidFill>
                            <a:srgbClr val="0F3353"/>
                          </a:solidFill>
                          <a:latin typeface="+mn-lt"/>
                        </a:rPr>
                        <a:t>Upholding honesty, fairness, and transparency in all dealings with clients, partners, and employees.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2648758"/>
                  </a:ext>
                </a:extLst>
              </a:tr>
              <a:tr h="57660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F3353"/>
                          </a:solidFill>
                          <a:latin typeface="+mj-lt"/>
                        </a:rPr>
                        <a:t>Confidentiality</a:t>
                      </a:r>
                      <a:endParaRPr lang="en-US" sz="1200" dirty="0">
                        <a:solidFill>
                          <a:srgbClr val="0F3353"/>
                        </a:solidFill>
                        <a:latin typeface="+mj-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F3353"/>
                          </a:solidFill>
                        </a:rPr>
                        <a:t>Safeguarding the privacy of information entrusted to us by clients, partners, and employees.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F3353"/>
                          </a:solidFill>
                          <a:latin typeface="+mj-lt"/>
                        </a:rPr>
                        <a:t>Partnership</a:t>
                      </a:r>
                      <a:endParaRPr lang="en-US" sz="1200" dirty="0">
                        <a:solidFill>
                          <a:srgbClr val="0F3353"/>
                        </a:solidFill>
                        <a:latin typeface="+mj-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F3353"/>
                          </a:solidFill>
                        </a:rPr>
                        <a:t> Building strategic alliances with clients and partners to achieve shared objectives.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solidFill>
                            <a:srgbClr val="0F3353"/>
                          </a:solidFill>
                          <a:latin typeface="+mj-lt"/>
                        </a:rPr>
                        <a:t>Social Responsibility</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0F3353"/>
                          </a:solidFill>
                        </a:rPr>
                        <a:t>Contributing to the community and supporting sustainable development initiatives.</a:t>
                      </a:r>
                    </a:p>
                  </a:txBody>
                  <a:tcPr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12435739"/>
                  </a:ext>
                </a:extLst>
              </a:tr>
            </a:tbl>
          </a:graphicData>
        </a:graphic>
      </p:graphicFrame>
    </p:spTree>
    <p:extLst>
      <p:ext uri="{BB962C8B-B14F-4D97-AF65-F5344CB8AC3E}">
        <p14:creationId xmlns:p14="http://schemas.microsoft.com/office/powerpoint/2010/main" val="38208177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0947B-5565-BC19-CEA8-AE5641C1CF03}"/>
              </a:ext>
            </a:extLst>
          </p:cNvPr>
          <p:cNvSpPr>
            <a:spLocks noGrp="1"/>
          </p:cNvSpPr>
          <p:nvPr>
            <p:ph type="title"/>
          </p:nvPr>
        </p:nvSpPr>
        <p:spPr/>
        <p:txBody>
          <a:bodyPr/>
          <a:lstStyle/>
          <a:p>
            <a:pPr algn="ctr"/>
            <a:r>
              <a:rPr lang="en-US" dirty="0"/>
              <a:t>About the Client</a:t>
            </a:r>
          </a:p>
        </p:txBody>
      </p:sp>
    </p:spTree>
    <p:extLst>
      <p:ext uri="{BB962C8B-B14F-4D97-AF65-F5344CB8AC3E}">
        <p14:creationId xmlns:p14="http://schemas.microsoft.com/office/powerpoint/2010/main" val="2604211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653645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BDA87-FA42-142F-E154-C71B55EB4D7D}"/>
              </a:ext>
            </a:extLst>
          </p:cNvPr>
          <p:cNvSpPr>
            <a:spLocks noGrp="1"/>
          </p:cNvSpPr>
          <p:nvPr>
            <p:ph type="title"/>
          </p:nvPr>
        </p:nvSpPr>
        <p:spPr>
          <a:xfrm>
            <a:off x="66553" y="322301"/>
            <a:ext cx="8194876" cy="511077"/>
          </a:xfrm>
        </p:spPr>
        <p:txBody>
          <a:bodyPr>
            <a:normAutofit/>
          </a:bodyPr>
          <a:lstStyle/>
          <a:p>
            <a:r>
              <a:rPr lang="en-US" sz="2800" dirty="0"/>
              <a:t>About the Client:</a:t>
            </a:r>
          </a:p>
        </p:txBody>
      </p:sp>
      <p:sp>
        <p:nvSpPr>
          <p:cNvPr id="3" name="ABOUT_CLIENT.BODY">
            <a:extLst>
              <a:ext uri="{FF2B5EF4-FFF2-40B4-BE49-F238E27FC236}">
                <a16:creationId xmlns:a16="http://schemas.microsoft.com/office/drawing/2014/main" id="{659BD95C-6C46-22E1-B7D9-E5FD3747AF5E}"/>
              </a:ext>
            </a:extLst>
          </p:cNvPr>
          <p:cNvSpPr>
            <a:spLocks noGrp="1"/>
          </p:cNvSpPr>
          <p:nvPr>
            <p:ph type="body" orient="vert" idx="1"/>
          </p:nvPr>
        </p:nvSpPr>
        <p:spPr>
          <a:xfrm>
            <a:off x="66553" y="833378"/>
            <a:ext cx="9271049" cy="3830321"/>
          </a:xfrm>
        </p:spPr>
        <p:txBody>
          <a:bodyPr>
            <a:noAutofit/>
          </a:bodyPr>
          <a:lstStyle/>
          <a:p>
            <a:pPr marL="0" indent="0" algn="just">
              <a:buNone/>
            </a:pPr>
            <a:r>
              <a:rPr lang="en-US" sz="1400" b="1" dirty="0"/>
              <a:t>[CLIENT LEGAL NAME]</a:t>
            </a:r>
            <a:r>
              <a:rPr lang="en-US" sz="1400" dirty="0"/>
              <a:t> (“the Client”) is a [LEGAL FORM] registered in [COUNTRY] under [REGISTRATION NO].</a:t>
            </a:r>
          </a:p>
          <a:p>
            <a:pPr marL="0" indent="0" algn="just">
              <a:buNone/>
            </a:pPr>
            <a:r>
              <a:rPr lang="en-US" sz="1400" dirty="0"/>
              <a:t>[OWNERSHIP AND DIRECTORS]</a:t>
            </a:r>
          </a:p>
          <a:p>
            <a:pPr marL="0" indent="0" algn="just">
              <a:buNone/>
            </a:pPr>
            <a:r>
              <a:rPr lang="en-US" sz="1400" dirty="0"/>
              <a:t>[CLIENT BACKGROUND AND INTENT]</a:t>
            </a:r>
          </a:p>
          <a:p>
            <a:pPr marL="0" indent="0" algn="just">
              <a:buNone/>
            </a:pPr>
            <a:r>
              <a:rPr lang="en-US" sz="1400" dirty="0"/>
              <a:t>Accordingly, </a:t>
            </a:r>
            <a:r>
              <a:rPr lang="en-US" sz="1400" b="1" dirty="0"/>
              <a:t>the Client is seeking from Taajeel | </a:t>
            </a:r>
            <a:r>
              <a:rPr lang="en-US" sz="1400" b="1" dirty="0" err="1"/>
              <a:t>تعجيل</a:t>
            </a:r>
            <a:r>
              <a:rPr lang="en-US" sz="1400" dirty="0"/>
              <a:t> [ENGAGEMENT DESCRIPTION] (the “Mission” / the “Assignment”).</a:t>
            </a:r>
            <a:endParaRPr lang="en-US" sz="1300" dirty="0">
              <a:latin typeface="Lama Sans SemiBold" panose="00000200000000000000" pitchFamily="2" charset="-78"/>
              <a:cs typeface="Lama Sans SemiBold" panose="00000200000000000000" pitchFamily="2" charset="-78"/>
            </a:endParaRPr>
          </a:p>
          <a:p>
            <a:pPr marL="0" indent="0">
              <a:buNone/>
            </a:pPr>
            <a:r>
              <a:rPr lang="en-US" sz="1300" dirty="0">
                <a:latin typeface="Lama Sans SemiBold" panose="00000200000000000000" pitchFamily="2" charset="-78"/>
                <a:cs typeface="Lama Sans SemiBold" panose="00000200000000000000" pitchFamily="2" charset="-78"/>
              </a:rPr>
              <a:t>[REQUIREMENTS HEADING]</a:t>
            </a:r>
          </a:p>
          <a:p>
            <a:pPr marL="0" indent="0" algn="just">
              <a:spcBef>
                <a:spcPts val="0"/>
              </a:spcBef>
              <a:buNone/>
            </a:pPr>
            <a:r>
              <a:rPr lang="en-US" sz="1200" dirty="0"/>
              <a:t>[REQUIREMENT INTRO]</a:t>
            </a:r>
          </a:p>
          <a:p>
            <a:pPr marL="0" algn="just">
              <a:spcBef>
                <a:spcPts val="0"/>
              </a:spcBef>
              <a:buFont typeface="Wingdings" panose="05000000000000000000" pitchFamily="2" charset="2"/>
              <a:buChar char="§"/>
            </a:pPr>
            <a:r>
              <a:rPr lang="en-US" sz="1200" dirty="0"/>
              <a:t>[REQUIREMENT ITEM]</a:t>
            </a:r>
          </a:p>
          <a:p>
            <a:pPr marL="0" algn="just">
              <a:spcBef>
                <a:spcPts val="0"/>
              </a:spcBef>
              <a:buFont typeface="Wingdings" panose="05000000000000000000" pitchFamily="2" charset="2"/>
              <a:buChar char="§"/>
            </a:pPr>
            <a:r>
              <a:rPr lang="en-US" sz="1200" dirty="0"/>
              <a:t>[REQUIREMENT ITEM]</a:t>
            </a:r>
          </a:p>
          <a:p>
            <a:pPr marL="0" indent="0" algn="just">
              <a:spcBef>
                <a:spcPts val="0"/>
              </a:spcBef>
              <a:buNone/>
            </a:pPr>
            <a:endParaRPr lang="en-US" sz="1200" dirty="0"/>
          </a:p>
          <a:p>
            <a:pPr marL="0">
              <a:lnSpc>
                <a:spcPct val="100000"/>
              </a:lnSpc>
              <a:spcBef>
                <a:spcPts val="0"/>
              </a:spcBef>
            </a:pPr>
            <a:r>
              <a:rPr lang="en-US" sz="1200" dirty="0">
                <a:latin typeface="Lama Sans SemiBold" panose="00000200000000000000" pitchFamily="2" charset="-78"/>
                <a:cs typeface="Lama Sans SemiBold" panose="00000200000000000000" pitchFamily="2" charset="-78"/>
              </a:rPr>
              <a:t>[DOCUMENTS HEADING]</a:t>
            </a:r>
          </a:p>
          <a:p>
            <a:pPr marL="0" algn="just">
              <a:spcBef>
                <a:spcPts val="0"/>
              </a:spcBef>
              <a:buFont typeface="Wingdings" panose="05000000000000000000" pitchFamily="2" charset="2"/>
              <a:buChar char="§"/>
            </a:pPr>
            <a:r>
              <a:rPr lang="en-US" sz="1200" dirty="0"/>
              <a:t>[DOCUMENT ITEM]</a:t>
            </a:r>
          </a:p>
          <a:p>
            <a:pPr marL="0" algn="just">
              <a:spcBef>
                <a:spcPts val="0"/>
              </a:spcBef>
              <a:buFont typeface="Wingdings" panose="05000000000000000000" pitchFamily="2" charset="2"/>
              <a:buChar char="§"/>
            </a:pPr>
            <a:r>
              <a:rPr lang="en-US" sz="1200" dirty="0"/>
              <a:t>[DOCUMENT ITEM]</a:t>
            </a:r>
          </a:p>
          <a:p>
            <a:pPr marL="0" algn="just">
              <a:spcBef>
                <a:spcPts val="0"/>
              </a:spcBef>
              <a:buFont typeface="Wingdings" panose="05000000000000000000" pitchFamily="2" charset="2"/>
              <a:buChar char="§"/>
            </a:pPr>
            <a:r>
              <a:rPr lang="en-US" sz="1200" dirty="0"/>
              <a:t>[DOCUMENT ITEM]</a:t>
            </a:r>
          </a:p>
          <a:p>
            <a:pPr marL="0" algn="just">
              <a:spcBef>
                <a:spcPts val="0"/>
              </a:spcBef>
              <a:buFont typeface="Wingdings" panose="05000000000000000000" pitchFamily="2" charset="2"/>
              <a:buChar char="§"/>
            </a:pPr>
            <a:r>
              <a:rPr lang="en-US" sz="1200" dirty="0" err="1"/>
              <a:t>[DOCUMENT ITEM]</a:t>
            </a:r>
          </a:p>
          <a:p>
            <a:pPr marL="0" indent="0" algn="just">
              <a:spcBef>
                <a:spcPts val="0"/>
              </a:spcBef>
              <a:buNone/>
            </a:pPr>
            <a:r>
              <a:rPr lang="en-US" sz="1200" dirty="0">
                <a:latin typeface="Lama Sans ExtraBold" panose="00000200000000000000" pitchFamily="2" charset="-78"/>
                <a:cs typeface="Lama Sans ExtraBold" panose="00000200000000000000" pitchFamily="2" charset="-78"/>
              </a:rPr>
              <a:t>[ATTESTATION NOTE]</a:t>
            </a:r>
          </a:p>
        </p:txBody>
      </p:sp>
      <p:sp>
        <p:nvSpPr>
          <p:cNvPr id="4" name="Slide Number Placeholder 3">
            <a:extLst>
              <a:ext uri="{FF2B5EF4-FFF2-40B4-BE49-F238E27FC236}">
                <a16:creationId xmlns:a16="http://schemas.microsoft.com/office/drawing/2014/main" id="{3FF82BA1-E4BD-5350-83D2-33123F3BC233}"/>
              </a:ext>
            </a:extLst>
          </p:cNvPr>
          <p:cNvSpPr>
            <a:spLocks noGrp="1"/>
          </p:cNvSpPr>
          <p:nvPr>
            <p:ph type="sldNum" sz="quarter" idx="11"/>
          </p:nvPr>
        </p:nvSpPr>
        <p:spPr/>
        <p:txBody>
          <a:bodyPr/>
          <a:lstStyle/>
          <a:p>
            <a:fld id="{A29190EB-7945-4811-B3CB-0217A9F45703}" type="slidenum">
              <a:rPr lang="en-US" smtClean="0"/>
              <a:pPr/>
              <a:t>12</a:t>
            </a:fld>
            <a:endParaRPr lang="en-US" dirty="0"/>
          </a:p>
        </p:txBody>
      </p:sp>
      <p:sp>
        <p:nvSpPr>
          <p:cNvPr id="9" name="TextBox 8">
            <a:extLst>
              <a:ext uri="{FF2B5EF4-FFF2-40B4-BE49-F238E27FC236}">
                <a16:creationId xmlns:a16="http://schemas.microsoft.com/office/drawing/2014/main" id="{4BE00BE2-3FE0-FCF4-AB3F-934D703E8718}"/>
              </a:ext>
            </a:extLst>
          </p:cNvPr>
          <p:cNvSpPr txBox="1"/>
          <p:nvPr/>
        </p:nvSpPr>
        <p:spPr>
          <a:xfrm>
            <a:off x="9486320" y="4087542"/>
            <a:ext cx="2765310" cy="276999"/>
          </a:xfrm>
          <a:prstGeom prst="rect">
            <a:avLst/>
          </a:prstGeom>
          <a:noFill/>
        </p:spPr>
        <p:txBody>
          <a:bodyPr wrap="square">
            <a:spAutoFit/>
          </a:bodyPr>
          <a:lstStyle/>
          <a:p>
            <a:pPr algn="ctr" rtl="1"/>
            <a:r>
              <a:rPr lang="en-US" sz="1200" dirty="0">
                <a:solidFill>
                  <a:schemeClr val="bg1">
                    <a:lumMod val="85000"/>
                  </a:schemeClr>
                </a:solidFill>
                <a:cs typeface="+mj-cs"/>
              </a:rPr>
              <a:t>Limited liability Company- Foreign</a:t>
            </a:r>
          </a:p>
        </p:txBody>
      </p:sp>
      <p:grpSp>
        <p:nvGrpSpPr>
          <p:cNvPr id="13" name="Group 12">
            <a:extLst>
              <a:ext uri="{FF2B5EF4-FFF2-40B4-BE49-F238E27FC236}">
                <a16:creationId xmlns:a16="http://schemas.microsoft.com/office/drawing/2014/main" id="{F7B692C5-25B0-2C0B-6A79-D72480198C88}"/>
              </a:ext>
            </a:extLst>
          </p:cNvPr>
          <p:cNvGrpSpPr/>
          <p:nvPr/>
        </p:nvGrpSpPr>
        <p:grpSpPr>
          <a:xfrm>
            <a:off x="9563282" y="1739285"/>
            <a:ext cx="2651838" cy="1442320"/>
            <a:chOff x="9645298" y="1832858"/>
            <a:chExt cx="2651838" cy="1442320"/>
          </a:xfrm>
        </p:grpSpPr>
        <p:grpSp>
          <p:nvGrpSpPr>
            <p:cNvPr id="10" name="Group 9">
              <a:extLst>
                <a:ext uri="{FF2B5EF4-FFF2-40B4-BE49-F238E27FC236}">
                  <a16:creationId xmlns:a16="http://schemas.microsoft.com/office/drawing/2014/main" id="{370676FB-AF2E-736A-AB7A-129BB3FF01BE}"/>
                </a:ext>
              </a:extLst>
            </p:cNvPr>
            <p:cNvGrpSpPr/>
            <p:nvPr/>
          </p:nvGrpSpPr>
          <p:grpSpPr>
            <a:xfrm>
              <a:off x="9645298" y="2104928"/>
              <a:ext cx="2651838" cy="1170250"/>
              <a:chOff x="9614052" y="1975933"/>
              <a:chExt cx="2651838" cy="1170250"/>
            </a:xfrm>
          </p:grpSpPr>
          <p:pic>
            <p:nvPicPr>
              <p:cNvPr id="1030" name="Picture 6">
                <a:extLst>
                  <a:ext uri="{FF2B5EF4-FFF2-40B4-BE49-F238E27FC236}">
                    <a16:creationId xmlns:a16="http://schemas.microsoft.com/office/drawing/2014/main" id="{3588425A-3B86-2C36-0570-8890095F06CC}"/>
                  </a:ext>
                </a:extLst>
              </p:cNvPr>
              <p:cNvPicPr>
                <a:picLocks noChangeAspect="1" noChangeArrowheads="1"/>
              </p:cNvPicPr>
              <p:nvPr/>
            </p:nvPicPr>
            <p:blipFill>
              <a:blip r:embed="rId2">
                <a:biLevel thresh="50000"/>
                <a:extLst>
                  <a:ext uri="{28A0092B-C50C-407E-A947-70E740481C1C}">
                    <a14:useLocalDpi xmlns:a14="http://schemas.microsoft.com/office/drawing/2010/main" val="0"/>
                  </a:ext>
                </a:extLst>
              </a:blip>
              <a:srcRect/>
              <a:stretch>
                <a:fillRect/>
              </a:stretch>
            </p:blipFill>
            <p:spPr bwMode="auto">
              <a:xfrm>
                <a:off x="11095640" y="1975933"/>
                <a:ext cx="1170250" cy="1170250"/>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a:extLst>
                  <a:ext uri="{FF2B5EF4-FFF2-40B4-BE49-F238E27FC236}">
                    <a16:creationId xmlns:a16="http://schemas.microsoft.com/office/drawing/2014/main" id="{159B055E-5549-6B47-208D-331B288119A9}"/>
                  </a:ext>
                </a:extLst>
              </p:cNvPr>
              <p:cNvPicPr>
                <a:picLocks noChangeAspect="1" noChangeArrowheads="1"/>
              </p:cNvPicPr>
              <p:nvPr/>
            </p:nvPicPr>
            <p:blipFill rotWithShape="1">
              <a:blip r:embed="rId3">
                <a:biLevel thresh="50000"/>
                <a:extLst>
                  <a:ext uri="{28A0092B-C50C-407E-A947-70E740481C1C}">
                    <a14:useLocalDpi xmlns:a14="http://schemas.microsoft.com/office/drawing/2010/main" val="0"/>
                  </a:ext>
                </a:extLst>
              </a:blip>
              <a:srcRect t="59188" r="8290" b="-1"/>
              <a:stretch/>
            </p:blipFill>
            <p:spPr bwMode="auto">
              <a:xfrm>
                <a:off x="10776525" y="2024440"/>
                <a:ext cx="482337" cy="401635"/>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a:extLst>
                  <a:ext uri="{FF2B5EF4-FFF2-40B4-BE49-F238E27FC236}">
                    <a16:creationId xmlns:a16="http://schemas.microsoft.com/office/drawing/2014/main" id="{6C219696-B624-9930-B5DF-0885B158A1DE}"/>
                  </a:ext>
                </a:extLst>
              </p:cNvPr>
              <p:cNvPicPr>
                <a:picLocks noChangeAspect="1" noChangeArrowheads="1"/>
              </p:cNvPicPr>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9614052" y="1975933"/>
                <a:ext cx="1170250" cy="1170250"/>
              </a:xfrm>
              <a:prstGeom prst="rect">
                <a:avLst/>
              </a:prstGeom>
              <a:noFill/>
              <a:extLst>
                <a:ext uri="{909E8E84-426E-40DD-AFC4-6F175D3DCCD1}">
                  <a14:hiddenFill xmlns:a14="http://schemas.microsoft.com/office/drawing/2010/main">
                    <a:solidFill>
                      <a:srgbClr val="FFFFFF"/>
                    </a:solidFill>
                  </a14:hiddenFill>
                </a:ext>
              </a:extLst>
            </p:spPr>
          </p:pic>
        </p:grpSp>
        <p:pic>
          <p:nvPicPr>
            <p:cNvPr id="11" name="Picture 10">
              <a:extLst>
                <a:ext uri="{FF2B5EF4-FFF2-40B4-BE49-F238E27FC236}">
                  <a16:creationId xmlns:a16="http://schemas.microsoft.com/office/drawing/2014/main" id="{5BC1E7A7-3D99-2A36-B8A4-58433E19510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1755326" y="1832858"/>
              <a:ext cx="362889" cy="241486"/>
            </a:xfrm>
            <a:prstGeom prst="rect">
              <a:avLst/>
            </a:prstGeom>
          </p:spPr>
        </p:pic>
      </p:grpSp>
      <p:pic>
        <p:nvPicPr>
          <p:cNvPr id="1044" name="Picture 20" descr="Zakat, Tax and Customs Authority - Wikipedia">
            <a:extLst>
              <a:ext uri="{FF2B5EF4-FFF2-40B4-BE49-F238E27FC236}">
                <a16:creationId xmlns:a16="http://schemas.microsoft.com/office/drawing/2014/main" id="{D955097E-E465-DF3D-DE6A-0F2F4C03C895}"/>
              </a:ext>
            </a:extLst>
          </p:cNvPr>
          <p:cNvPicPr>
            <a:picLocks noChangeAspect="1" noChangeArrowheads="1"/>
          </p:cNvPicPr>
          <p:nvPr/>
        </p:nvPicPr>
        <p:blipFill>
          <a:blip r:embed="rId6">
            <a:biLevel thresh="25000"/>
            <a:extLst>
              <a:ext uri="{28A0092B-C50C-407E-A947-70E740481C1C}">
                <a14:useLocalDpi xmlns:a14="http://schemas.microsoft.com/office/drawing/2010/main" val="0"/>
              </a:ext>
            </a:extLst>
          </a:blip>
          <a:srcRect/>
          <a:stretch>
            <a:fillRect/>
          </a:stretch>
        </p:blipFill>
        <p:spPr bwMode="auto">
          <a:xfrm>
            <a:off x="9760057" y="4584449"/>
            <a:ext cx="2200275" cy="1358660"/>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10B82E84-2644-6322-88D3-16BC8DDC1BE0}"/>
              </a:ext>
            </a:extLst>
          </p:cNvPr>
          <p:cNvSpPr txBox="1"/>
          <p:nvPr/>
        </p:nvSpPr>
        <p:spPr>
          <a:xfrm>
            <a:off x="9526773" y="5934087"/>
            <a:ext cx="2724857" cy="461665"/>
          </a:xfrm>
          <a:prstGeom prst="rect">
            <a:avLst/>
          </a:prstGeom>
          <a:noFill/>
        </p:spPr>
        <p:txBody>
          <a:bodyPr wrap="square">
            <a:spAutoFit/>
          </a:bodyPr>
          <a:lstStyle/>
          <a:p>
            <a:pPr algn="ctr" rtl="1"/>
            <a:r>
              <a:rPr lang="en-US" sz="1200" dirty="0">
                <a:solidFill>
                  <a:schemeClr val="bg1">
                    <a:lumMod val="85000"/>
                  </a:schemeClr>
                </a:solidFill>
                <a:cs typeface="+mj-cs"/>
              </a:rPr>
              <a:t>Subject to income tax provisions of 20% of net income</a:t>
            </a:r>
          </a:p>
        </p:txBody>
      </p:sp>
      <p:pic>
        <p:nvPicPr>
          <p:cNvPr id="14" name="Graphic 13">
            <a:extLst>
              <a:ext uri="{FF2B5EF4-FFF2-40B4-BE49-F238E27FC236}">
                <a16:creationId xmlns:a16="http://schemas.microsoft.com/office/drawing/2014/main" id="{FCF6260F-A2F1-AEF8-CF24-B2E0F97D6A3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28900" y="3323738"/>
            <a:ext cx="2331432" cy="664438"/>
          </a:xfrm>
          <a:prstGeom prst="rect">
            <a:avLst/>
          </a:prstGeom>
        </p:spPr>
      </p:pic>
      <p:pic>
        <p:nvPicPr>
          <p:cNvPr id="8" name="ABOUT_CLIENT.CLIENT_LOGO">
            <a:extLst>
              <a:ext uri="{FF2B5EF4-FFF2-40B4-BE49-F238E27FC236}">
                <a16:creationId xmlns:a16="http://schemas.microsoft.com/office/drawing/2014/main" id="{0A8776E8-F34E-5501-7546-5BC10D543EA2}"/>
              </a:ext>
            </a:extLst>
          </p:cNvPr>
          <p:cNvPicPr>
            <a:picLocks noChangeAspect="1"/>
          </p:cNvPicPr>
          <p:nvPr/>
        </p:nvPicPr>
        <p:blipFill>
          <a:blip r:embed="rId8">
            <a:extLst>
              <a:ext uri="{28A0092B-C50C-407E-A947-70E740481C1C}">
                <a14:useLocalDpi xmlns:a14="http://schemas.microsoft.com/office/drawing/2010/main" val="0"/>
              </a:ext>
            </a:extLst>
          </a:blip>
          <a:srcRect t="37520" b="37520"/>
          <a:stretch>
            <a:fillRect/>
          </a:stretch>
        </p:blipFill>
        <p:spPr>
          <a:xfrm>
            <a:off x="9397192" y="1005081"/>
            <a:ext cx="2794808" cy="697584"/>
          </a:xfrm>
          <a:prstGeom prst="rect">
            <a:avLst/>
          </a:prstGeom>
        </p:spPr>
      </p:pic>
      <p:pic>
        <p:nvPicPr>
          <p:cNvPr id="18" name="ABOUT_CLIENT.COUNTRY_FLAG">
            <a:extLst>
              <a:ext uri="{FF2B5EF4-FFF2-40B4-BE49-F238E27FC236}">
                <a16:creationId xmlns:a16="http://schemas.microsoft.com/office/drawing/2014/main" id="{0EA9D794-044C-A2AA-4EF4-F78C1B5BC6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60057" y="1754192"/>
            <a:ext cx="392490" cy="235494"/>
          </a:xfrm>
          <a:prstGeom prst="rect">
            <a:avLst/>
          </a:prstGeom>
        </p:spPr>
      </p:pic>
    </p:spTree>
    <p:extLst>
      <p:ext uri="{BB962C8B-B14F-4D97-AF65-F5344CB8AC3E}">
        <p14:creationId xmlns:p14="http://schemas.microsoft.com/office/powerpoint/2010/main" val="541941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EF4EBA-711E-B59E-A6A0-71D32DFB9E7C}"/>
              </a:ext>
            </a:extLst>
          </p:cNvPr>
          <p:cNvSpPr>
            <a:spLocks noGrp="1"/>
          </p:cNvSpPr>
          <p:nvPr>
            <p:ph type="title"/>
          </p:nvPr>
        </p:nvSpPr>
        <p:spPr/>
        <p:txBody>
          <a:bodyPr/>
          <a:lstStyle/>
          <a:p>
            <a:pPr algn="ctr"/>
            <a:r>
              <a:rPr lang="en-US" dirty="0">
                <a:solidFill>
                  <a:srgbClr val="0E314F"/>
                </a:solidFill>
              </a:rPr>
              <a:t>Scope of work</a:t>
            </a:r>
          </a:p>
        </p:txBody>
      </p:sp>
    </p:spTree>
    <p:extLst>
      <p:ext uri="{BB962C8B-B14F-4D97-AF65-F5344CB8AC3E}">
        <p14:creationId xmlns:p14="http://schemas.microsoft.com/office/powerpoint/2010/main" val="274649934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9314E-4D0C-A593-90D2-ECF8BBAEB13A}"/>
            </a:ext>
          </a:extLst>
        </p:cNvPr>
        <p:cNvGrpSpPr/>
        <p:nvPr/>
      </p:nvGrpSpPr>
      <p:grpSpPr>
        <a:xfrm>
          <a:off x="0" y="0"/>
          <a:ext cx="0" cy="0"/>
          <a:chOff x="0" y="0"/>
          <a:chExt cx="0" cy="0"/>
        </a:xfrm>
      </p:grpSpPr>
      <p:sp>
        <p:nvSpPr>
          <p:cNvPr id="2" name="SCOPE.TITLE">
            <a:extLst>
              <a:ext uri="{FF2B5EF4-FFF2-40B4-BE49-F238E27FC236}">
                <a16:creationId xmlns:a16="http://schemas.microsoft.com/office/drawing/2014/main" id="{3A881394-ACB0-B8FB-AFE7-EB8697022055}"/>
              </a:ext>
            </a:extLst>
          </p:cNvPr>
          <p:cNvSpPr>
            <a:spLocks noGrp="1"/>
          </p:cNvSpPr>
          <p:nvPr>
            <p:ph type="title"/>
          </p:nvPr>
        </p:nvSpPr>
        <p:spPr>
          <a:xfrm>
            <a:off x="66553" y="271265"/>
            <a:ext cx="8194876" cy="523067"/>
          </a:xfrm>
        </p:spPr>
        <p:txBody>
          <a:bodyPr>
            <a:normAutofit/>
          </a:bodyPr>
          <a:lstStyle/>
          <a:p>
            <a:r>
              <a:rPr lang="en-US" sz="2800" dirty="0"/>
              <a:t>Scope of work | [SERVICE NAME]:</a:t>
            </a:r>
            <a:endParaRPr lang="en-US" sz="2000" dirty="0"/>
          </a:p>
        </p:txBody>
      </p:sp>
      <p:sp>
        <p:nvSpPr>
          <p:cNvPr id="3" name="SCOPE.INTRO">
            <a:extLst>
              <a:ext uri="{FF2B5EF4-FFF2-40B4-BE49-F238E27FC236}">
                <a16:creationId xmlns:a16="http://schemas.microsoft.com/office/drawing/2014/main" id="{B37BAC5C-F700-48FD-B808-E28BBA825AE1}"/>
              </a:ext>
            </a:extLst>
          </p:cNvPr>
          <p:cNvSpPr>
            <a:spLocks noGrp="1"/>
          </p:cNvSpPr>
          <p:nvPr>
            <p:ph type="body" orient="vert" idx="1"/>
          </p:nvPr>
        </p:nvSpPr>
        <p:spPr>
          <a:xfrm>
            <a:off x="-61033" y="933796"/>
            <a:ext cx="12429982" cy="5357900"/>
          </a:xfrm>
        </p:spPr>
        <p:txBody>
          <a:bodyPr>
            <a:normAutofit/>
          </a:bodyPr>
          <a:lstStyle/>
          <a:p>
            <a:pPr marL="0" indent="0">
              <a:buNone/>
            </a:pPr>
            <a:r>
              <a:rPr lang="en-US" sz="1380" dirty="0"/>
              <a:t>[SCOPE INTRO]</a:t>
            </a:r>
          </a:p>
          <a:p>
            <a:pPr marL="0" indent="0">
              <a:buNone/>
            </a:pPr>
            <a:endParaRPr lang="en-US" sz="1380" dirty="0"/>
          </a:p>
        </p:txBody>
      </p:sp>
      <p:sp>
        <p:nvSpPr>
          <p:cNvPr id="4" name="Slide Number Placeholder 3">
            <a:extLst>
              <a:ext uri="{FF2B5EF4-FFF2-40B4-BE49-F238E27FC236}">
                <a16:creationId xmlns:a16="http://schemas.microsoft.com/office/drawing/2014/main" id="{72E837E7-03E8-2529-2D75-687C6AF97DA9}"/>
              </a:ext>
            </a:extLst>
          </p:cNvPr>
          <p:cNvSpPr>
            <a:spLocks noGrp="1"/>
          </p:cNvSpPr>
          <p:nvPr>
            <p:ph type="sldNum" sz="quarter" idx="11"/>
          </p:nvPr>
        </p:nvSpPr>
        <p:spPr>
          <a:xfrm>
            <a:off x="11631249" y="6431780"/>
            <a:ext cx="636257" cy="409279"/>
          </a:xfrm>
        </p:spPr>
        <p:txBody>
          <a:bodyPr/>
          <a:lstStyle/>
          <a:p>
            <a:fld id="{A29190EB-7945-4811-B3CB-0217A9F45703}" type="slidenum">
              <a:rPr lang="en-US" smtClean="0"/>
              <a:pPr/>
              <a:t>14</a:t>
            </a:fld>
            <a:endParaRPr lang="en-US" dirty="0"/>
          </a:p>
        </p:txBody>
      </p:sp>
      <p:sp>
        <p:nvSpPr>
          <p:cNvPr id="6" name="SCOPE.STEP_01">
            <a:extLst>
              <a:ext uri="{FF2B5EF4-FFF2-40B4-BE49-F238E27FC236}">
                <a16:creationId xmlns:a16="http://schemas.microsoft.com/office/drawing/2014/main" id="{14F49EE4-FCB6-5604-C73F-DA73230FE820}"/>
              </a:ext>
            </a:extLst>
          </p:cNvPr>
          <p:cNvSpPr/>
          <p:nvPr/>
        </p:nvSpPr>
        <p:spPr>
          <a:xfrm>
            <a:off x="6881" y="1806917"/>
            <a:ext cx="1158965" cy="400110"/>
          </a:xfrm>
          <a:prstGeom prst="rect">
            <a:avLst/>
          </a:prstGeom>
        </p:spPr>
        <p:txBody>
          <a:bodyPr wrap="square">
            <a:spAutoFit/>
          </a:bodyPr>
          <a:lstStyle/>
          <a:p>
            <a:pPr algn="ctr" rtl="1"/>
            <a:r>
              <a:rPr lang="en-US" sz="1000" dirty="0">
                <a:solidFill>
                  <a:srgbClr val="0E314F"/>
                </a:solidFill>
              </a:rPr>
              <a:t>STEP 01</a:t>
            </a:r>
          </a:p>
        </p:txBody>
      </p:sp>
      <p:sp>
        <p:nvSpPr>
          <p:cNvPr id="7" name="SCOPE.STEP_03">
            <a:extLst>
              <a:ext uri="{FF2B5EF4-FFF2-40B4-BE49-F238E27FC236}">
                <a16:creationId xmlns:a16="http://schemas.microsoft.com/office/drawing/2014/main" id="{A02AF3F2-4E49-FB23-6275-DBB303B3F851}"/>
              </a:ext>
            </a:extLst>
          </p:cNvPr>
          <p:cNvSpPr/>
          <p:nvPr/>
        </p:nvSpPr>
        <p:spPr>
          <a:xfrm>
            <a:off x="-43387" y="3042757"/>
            <a:ext cx="1080187" cy="553998"/>
          </a:xfrm>
          <a:prstGeom prst="rect">
            <a:avLst/>
          </a:prstGeom>
        </p:spPr>
        <p:txBody>
          <a:bodyPr wrap="square">
            <a:spAutoFit/>
          </a:bodyPr>
          <a:lstStyle/>
          <a:p>
            <a:pPr algn="ctr" rtl="1"/>
            <a:r>
              <a:rPr lang="en-US" sz="1000" dirty="0">
                <a:solidFill>
                  <a:srgbClr val="0E314F"/>
                </a:solidFill>
              </a:rPr>
              <a:t>STEP 03</a:t>
            </a:r>
          </a:p>
        </p:txBody>
      </p:sp>
      <p:sp>
        <p:nvSpPr>
          <p:cNvPr id="8" name="SCOPE.STEP_06">
            <a:extLst>
              <a:ext uri="{FF2B5EF4-FFF2-40B4-BE49-F238E27FC236}">
                <a16:creationId xmlns:a16="http://schemas.microsoft.com/office/drawing/2014/main" id="{FF19DC37-FC21-3FC5-A1BA-B68A1870BF75}"/>
              </a:ext>
            </a:extLst>
          </p:cNvPr>
          <p:cNvSpPr/>
          <p:nvPr/>
        </p:nvSpPr>
        <p:spPr>
          <a:xfrm>
            <a:off x="3211393" y="4240462"/>
            <a:ext cx="980942" cy="246221"/>
          </a:xfrm>
          <a:prstGeom prst="rect">
            <a:avLst/>
          </a:prstGeom>
        </p:spPr>
        <p:txBody>
          <a:bodyPr wrap="square">
            <a:spAutoFit/>
          </a:bodyPr>
          <a:lstStyle/>
          <a:p>
            <a:pPr algn="ctr" rtl="1"/>
            <a:r>
              <a:rPr lang="en-US" sz="1000" dirty="0">
                <a:solidFill>
                  <a:srgbClr val="0E314F"/>
                </a:solidFill>
              </a:rPr>
              <a:t>STEP 06</a:t>
            </a:r>
          </a:p>
        </p:txBody>
      </p:sp>
      <p:sp>
        <p:nvSpPr>
          <p:cNvPr id="9" name="SCOPE.STEP_04">
            <a:extLst>
              <a:ext uri="{FF2B5EF4-FFF2-40B4-BE49-F238E27FC236}">
                <a16:creationId xmlns:a16="http://schemas.microsoft.com/office/drawing/2014/main" id="{7A0CBD9D-F348-9E73-26FD-BC715C91F697}"/>
              </a:ext>
            </a:extLst>
          </p:cNvPr>
          <p:cNvSpPr/>
          <p:nvPr/>
        </p:nvSpPr>
        <p:spPr>
          <a:xfrm>
            <a:off x="3013149" y="3081465"/>
            <a:ext cx="892022" cy="553998"/>
          </a:xfrm>
          <a:prstGeom prst="rect">
            <a:avLst/>
          </a:prstGeom>
        </p:spPr>
        <p:txBody>
          <a:bodyPr wrap="square">
            <a:spAutoFit/>
          </a:bodyPr>
          <a:lstStyle/>
          <a:p>
            <a:pPr algn="ctr" rtl="1"/>
            <a:r>
              <a:rPr lang="en-US" sz="1000" dirty="0">
                <a:solidFill>
                  <a:srgbClr val="0E314F"/>
                </a:solidFill>
              </a:rPr>
              <a:t>STEP 04</a:t>
            </a:r>
          </a:p>
        </p:txBody>
      </p:sp>
      <p:pic>
        <p:nvPicPr>
          <p:cNvPr id="14" name="SCOPE.AGENCY_07" descr="ÙØªÙØ¬Ø© Ø¨Ø­Ø« Ø§ÙØµÙØ± Ø¹Ù ÙØ²Ø§Ø±Ø© Ø§ÙØ¹Ø¯Ù">
            <a:extLst>
              <a:ext uri="{FF2B5EF4-FFF2-40B4-BE49-F238E27FC236}">
                <a16:creationId xmlns:a16="http://schemas.microsoft.com/office/drawing/2014/main" id="{803F2518-0BB9-1A9A-3083-7C8A3E1E065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23416" r="23733"/>
          <a:stretch/>
        </p:blipFill>
        <p:spPr bwMode="auto">
          <a:xfrm>
            <a:off x="382964" y="4639207"/>
            <a:ext cx="443264" cy="563836"/>
          </a:xfrm>
          <a:prstGeom prst="rect">
            <a:avLst/>
          </a:prstGeom>
          <a:noFill/>
          <a:extLst>
            <a:ext uri="{909E8E84-426E-40DD-AFC4-6F175D3DCCD1}">
              <a14:hiddenFill xmlns:a14="http://schemas.microsoft.com/office/drawing/2010/main">
                <a:solidFill>
                  <a:srgbClr val="FFFFFF"/>
                </a:solidFill>
              </a14:hiddenFill>
            </a:ext>
          </a:extLst>
        </p:spPr>
      </p:pic>
      <p:sp>
        <p:nvSpPr>
          <p:cNvPr id="15" name="SCOPE.STEP_07">
            <a:extLst>
              <a:ext uri="{FF2B5EF4-FFF2-40B4-BE49-F238E27FC236}">
                <a16:creationId xmlns:a16="http://schemas.microsoft.com/office/drawing/2014/main" id="{A3BA625F-2637-DDA0-351D-E7D38AE7D366}"/>
              </a:ext>
            </a:extLst>
          </p:cNvPr>
          <p:cNvSpPr/>
          <p:nvPr/>
        </p:nvSpPr>
        <p:spPr>
          <a:xfrm>
            <a:off x="1608" y="5136985"/>
            <a:ext cx="1205976" cy="553998"/>
          </a:xfrm>
          <a:prstGeom prst="rect">
            <a:avLst/>
          </a:prstGeom>
        </p:spPr>
        <p:txBody>
          <a:bodyPr wrap="square">
            <a:spAutoFit/>
          </a:bodyPr>
          <a:lstStyle/>
          <a:p>
            <a:pPr algn="ctr" rtl="1"/>
            <a:r>
              <a:rPr lang="en-US" sz="1000" dirty="0">
                <a:solidFill>
                  <a:srgbClr val="0E314F"/>
                </a:solidFill>
              </a:rPr>
              <a:t>STEP 07</a:t>
            </a:r>
          </a:p>
          <a:p>
            <a:pPr algn="ctr" rtl="1"/>
          </a:p>
        </p:txBody>
      </p:sp>
      <p:pic>
        <p:nvPicPr>
          <p:cNvPr id="23" name="Picture 22" descr="A blue and black logo&#10;&#10;Description automatically generated">
            <a:extLst>
              <a:ext uri="{FF2B5EF4-FFF2-40B4-BE49-F238E27FC236}">
                <a16:creationId xmlns:a16="http://schemas.microsoft.com/office/drawing/2014/main" id="{59BB7CD5-6279-0761-F8AC-2DF573C8DE3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3951" y="1537711"/>
            <a:ext cx="697413" cy="279319"/>
          </a:xfrm>
          <a:prstGeom prst="rect">
            <a:avLst/>
          </a:prstGeom>
        </p:spPr>
      </p:pic>
      <p:grpSp>
        <p:nvGrpSpPr>
          <p:cNvPr id="27" name="Group 26">
            <a:extLst>
              <a:ext uri="{FF2B5EF4-FFF2-40B4-BE49-F238E27FC236}">
                <a16:creationId xmlns:a16="http://schemas.microsoft.com/office/drawing/2014/main" id="{AD3F7E22-4E58-0608-3813-BC8196F5A263}"/>
              </a:ext>
            </a:extLst>
          </p:cNvPr>
          <p:cNvGrpSpPr/>
          <p:nvPr/>
        </p:nvGrpSpPr>
        <p:grpSpPr>
          <a:xfrm>
            <a:off x="131744" y="2362295"/>
            <a:ext cx="792111" cy="631168"/>
            <a:chOff x="2277813" y="2287675"/>
            <a:chExt cx="731353" cy="548862"/>
          </a:xfrm>
        </p:grpSpPr>
        <p:pic>
          <p:nvPicPr>
            <p:cNvPr id="24" name="SCOPE.AGENCY_02" descr="شعار المركز السعودي للأعمال – Saudi Business Center Logo – PNG – SVG -  شعارات السعودية | Saudi Logos">
              <a:extLst>
                <a:ext uri="{FF2B5EF4-FFF2-40B4-BE49-F238E27FC236}">
                  <a16:creationId xmlns:a16="http://schemas.microsoft.com/office/drawing/2014/main" id="{F373C2E8-95EA-84C3-24DF-8783C9500BF5}"/>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73714" t="-2815"/>
            <a:stretch/>
          </p:blipFill>
          <p:spPr bwMode="auto">
            <a:xfrm>
              <a:off x="2430598" y="2287675"/>
              <a:ext cx="390676" cy="366300"/>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6" name="Group 25">
            <a:extLst>
              <a:ext uri="{FF2B5EF4-FFF2-40B4-BE49-F238E27FC236}">
                <a16:creationId xmlns:a16="http://schemas.microsoft.com/office/drawing/2014/main" id="{BCECD965-29AE-8B3F-394A-6A38A0E73CD9}"/>
              </a:ext>
            </a:extLst>
          </p:cNvPr>
          <p:cNvGrpSpPr/>
          <p:nvPr/>
        </p:nvGrpSpPr>
        <p:grpSpPr>
          <a:xfrm>
            <a:off x="3088651" y="3595784"/>
            <a:ext cx="1808765" cy="755372"/>
            <a:chOff x="195812" y="2846943"/>
            <a:chExt cx="1384645" cy="590385"/>
          </a:xfrm>
        </p:grpSpPr>
        <p:pic>
          <p:nvPicPr>
            <p:cNvPr id="2056" name="SCOPE.AGENCY_03">
              <a:extLst>
                <a:ext uri="{FF2B5EF4-FFF2-40B4-BE49-F238E27FC236}">
                  <a16:creationId xmlns:a16="http://schemas.microsoft.com/office/drawing/2014/main" id="{EB99BCEF-DDE1-49C8-24FF-F7534E6CFAFC}"/>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63265"/>
            <a:stretch/>
          </p:blipFill>
          <p:spPr bwMode="auto">
            <a:xfrm>
              <a:off x="195812" y="2867266"/>
              <a:ext cx="508817" cy="519419"/>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33" name="Group 32">
            <a:extLst>
              <a:ext uri="{FF2B5EF4-FFF2-40B4-BE49-F238E27FC236}">
                <a16:creationId xmlns:a16="http://schemas.microsoft.com/office/drawing/2014/main" id="{4EBE9303-896F-AECE-696D-20990B7550CE}"/>
              </a:ext>
            </a:extLst>
          </p:cNvPr>
          <p:cNvGrpSpPr/>
          <p:nvPr/>
        </p:nvGrpSpPr>
        <p:grpSpPr>
          <a:xfrm>
            <a:off x="3022636" y="1427585"/>
            <a:ext cx="890882" cy="826097"/>
            <a:chOff x="5480972" y="2556161"/>
            <a:chExt cx="3496731" cy="2931163"/>
          </a:xfrm>
        </p:grpSpPr>
        <p:pic>
          <p:nvPicPr>
            <p:cNvPr id="31" name="Graphic 30">
              <a:extLst>
                <a:ext uri="{FF2B5EF4-FFF2-40B4-BE49-F238E27FC236}">
                  <a16:creationId xmlns:a16="http://schemas.microsoft.com/office/drawing/2014/main" id="{2BFB9842-752F-421C-66AD-F85DC82BE61E}"/>
                </a:ext>
              </a:extLst>
            </p:cNvPr>
            <p:cNvPicPr>
              <a:picLocks noChangeAspect="1"/>
            </p:cNvPicPr>
            <p:nvPr/>
          </p:nvPicPr>
          <p:blipFill>
            <a:blip>
              <a:extLst>
                <a:ext uri="{96DAC541-7B7A-43D3-8B79-37D633B846F1}">
                  <asvg:svgBlip xmlns:asvg="http://schemas.microsoft.com/office/drawing/2016/SVG/main" r:embed="rId6"/>
                </a:ext>
              </a:extLst>
            </a:blip>
            <a:srcRect l="31360"/>
            <a:stretch/>
          </p:blipFill>
          <p:spPr>
            <a:xfrm>
              <a:off x="5480972" y="4035492"/>
              <a:ext cx="3496731" cy="1451832"/>
            </a:xfrm>
            <a:prstGeom prst="rect">
              <a:avLst/>
            </a:prstGeom>
          </p:spPr>
        </p:pic>
        <p:pic>
          <p:nvPicPr>
            <p:cNvPr id="32" name="Graphic 31">
              <a:extLst>
                <a:ext uri="{FF2B5EF4-FFF2-40B4-BE49-F238E27FC236}">
                  <a16:creationId xmlns:a16="http://schemas.microsoft.com/office/drawing/2014/main" id="{4874813D-FCD1-7429-573A-2FCD7DBD6707}"/>
                </a:ext>
              </a:extLst>
            </p:cNvPr>
            <p:cNvPicPr>
              <a:picLocks noChangeAspect="1"/>
            </p:cNvPicPr>
            <p:nvPr/>
          </p:nvPicPr>
          <p:blipFill>
            <a:blip>
              <a:extLst>
                <a:ext uri="{96DAC541-7B7A-43D3-8B79-37D633B846F1}">
                  <asvg:svgBlip xmlns:asvg="http://schemas.microsoft.com/office/drawing/2016/SVG/main" r:embed="rId7"/>
                </a:ext>
              </a:extLst>
            </a:blip>
            <a:srcRect r="72624"/>
            <a:stretch/>
          </p:blipFill>
          <p:spPr>
            <a:xfrm>
              <a:off x="6646322" y="2556161"/>
              <a:ext cx="1322340" cy="1376574"/>
            </a:xfrm>
            <a:prstGeom prst="rect">
              <a:avLst/>
            </a:prstGeom>
          </p:spPr>
        </p:pic>
      </p:grpSp>
      <p:sp>
        <p:nvSpPr>
          <p:cNvPr id="34" name="SCOPE.STEP_02">
            <a:extLst>
              <a:ext uri="{FF2B5EF4-FFF2-40B4-BE49-F238E27FC236}">
                <a16:creationId xmlns:a16="http://schemas.microsoft.com/office/drawing/2014/main" id="{5BCD73C8-C654-3E7E-0A5A-DFCF381B56DE}"/>
              </a:ext>
            </a:extLst>
          </p:cNvPr>
          <p:cNvSpPr/>
          <p:nvPr/>
        </p:nvSpPr>
        <p:spPr>
          <a:xfrm>
            <a:off x="3000573" y="2211359"/>
            <a:ext cx="1004667" cy="553998"/>
          </a:xfrm>
          <a:prstGeom prst="rect">
            <a:avLst/>
          </a:prstGeom>
        </p:spPr>
        <p:txBody>
          <a:bodyPr wrap="square">
            <a:spAutoFit/>
          </a:bodyPr>
          <a:lstStyle/>
          <a:p>
            <a:pPr algn="ctr" rtl="1"/>
            <a:r>
              <a:rPr lang="en-US" sz="1000" dirty="0">
                <a:solidFill>
                  <a:srgbClr val="0E314F"/>
                </a:solidFill>
              </a:rPr>
              <a:t>STEP 02</a:t>
            </a:r>
          </a:p>
        </p:txBody>
      </p:sp>
      <p:pic>
        <p:nvPicPr>
          <p:cNvPr id="36" name="SCOPE.AGENCY_08" descr="A logo with a purple triangle&#10;&#10;Description automatically generated">
            <a:extLst>
              <a:ext uri="{FF2B5EF4-FFF2-40B4-BE49-F238E27FC236}">
                <a16:creationId xmlns:a16="http://schemas.microsoft.com/office/drawing/2014/main" id="{AA83A83D-03F7-B53D-A34D-C49CBC0993C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369859" y="5610978"/>
            <a:ext cx="676083" cy="676083"/>
          </a:xfrm>
          <a:prstGeom prst="rect">
            <a:avLst/>
          </a:prstGeom>
        </p:spPr>
      </p:pic>
      <p:sp>
        <p:nvSpPr>
          <p:cNvPr id="37" name="SCOPE.STEP_08">
            <a:extLst>
              <a:ext uri="{FF2B5EF4-FFF2-40B4-BE49-F238E27FC236}">
                <a16:creationId xmlns:a16="http://schemas.microsoft.com/office/drawing/2014/main" id="{71BE1020-DE50-6FB5-899F-498D14038FBF}"/>
              </a:ext>
            </a:extLst>
          </p:cNvPr>
          <p:cNvSpPr/>
          <p:nvPr/>
        </p:nvSpPr>
        <p:spPr>
          <a:xfrm>
            <a:off x="985770" y="6307381"/>
            <a:ext cx="1445421" cy="518412"/>
          </a:xfrm>
          <a:prstGeom prst="rect">
            <a:avLst/>
          </a:prstGeom>
        </p:spPr>
        <p:txBody>
          <a:bodyPr wrap="square">
            <a:spAutoFit/>
          </a:bodyPr>
          <a:lstStyle/>
          <a:p>
            <a:pPr algn="ctr" rtl="1"/>
            <a:r>
              <a:rPr lang="en-US" sz="923" dirty="0">
                <a:solidFill>
                  <a:srgbClr val="0E314F"/>
                </a:solidFill>
              </a:rPr>
              <a:t>STEP 08</a:t>
            </a:r>
          </a:p>
          <a:p>
            <a:pPr algn="ctr" rtl="1"/>
          </a:p>
        </p:txBody>
      </p:sp>
      <p:pic>
        <p:nvPicPr>
          <p:cNvPr id="48" name="Picture 16">
            <a:extLst>
              <a:ext uri="{FF2B5EF4-FFF2-40B4-BE49-F238E27FC236}">
                <a16:creationId xmlns:a16="http://schemas.microsoft.com/office/drawing/2014/main" id="{126A4518-921A-82D8-961A-95E9F3AB55FA}"/>
              </a:ext>
            </a:extLst>
          </p:cNvPr>
          <p:cNvPicPr>
            <a:picLocks noChangeAspect="1" noChangeArrowheads="1"/>
          </p:cNvPicPr>
          <p:nvPr/>
        </p:nvPicPr>
        <p:blipFill>
          <a:blip r:embed="rId9">
            <a:biLevel thresh="75000"/>
            <a:extLst>
              <a:ext uri="{28A0092B-C50C-407E-A947-70E740481C1C}">
                <a14:useLocalDpi xmlns:a14="http://schemas.microsoft.com/office/drawing/2010/main" val="0"/>
              </a:ext>
            </a:extLst>
          </a:blip>
          <a:srcRect/>
          <a:stretch>
            <a:fillRect/>
          </a:stretch>
        </p:blipFill>
        <p:spPr bwMode="auto">
          <a:xfrm>
            <a:off x="11502250" y="1967530"/>
            <a:ext cx="738893" cy="707967"/>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3">
            <a:extLst>
              <a:ext uri="{FF2B5EF4-FFF2-40B4-BE49-F238E27FC236}">
                <a16:creationId xmlns:a16="http://schemas.microsoft.com/office/drawing/2014/main" id="{6021B7AA-F725-9B8B-00D0-A02F6B9698AB}"/>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11626545" y="1813056"/>
            <a:ext cx="245152" cy="156309"/>
          </a:xfrm>
          <a:prstGeom prst="rect">
            <a:avLst/>
          </a:prstGeom>
        </p:spPr>
      </p:pic>
      <p:sp>
        <p:nvSpPr>
          <p:cNvPr id="50" name="TextBox 49">
            <a:extLst>
              <a:ext uri="{FF2B5EF4-FFF2-40B4-BE49-F238E27FC236}">
                <a16:creationId xmlns:a16="http://schemas.microsoft.com/office/drawing/2014/main" id="{D5100CDF-B286-7EE5-BB93-6A9F444AE231}"/>
              </a:ext>
            </a:extLst>
          </p:cNvPr>
          <p:cNvSpPr txBox="1"/>
          <p:nvPr/>
        </p:nvSpPr>
        <p:spPr>
          <a:xfrm>
            <a:off x="4536328" y="1532805"/>
            <a:ext cx="5309965" cy="292388"/>
          </a:xfrm>
          <a:prstGeom prst="rect">
            <a:avLst/>
          </a:prstGeom>
          <a:noFill/>
        </p:spPr>
        <p:txBody>
          <a:bodyPr wrap="square">
            <a:spAutoFit/>
          </a:bodyPr>
          <a:lstStyle/>
          <a:p>
            <a:pPr algn="ctr" rtl="1"/>
            <a:r>
              <a:rPr lang="en-US" sz="1300" dirty="0">
                <a:solidFill>
                  <a:srgbClr val="0E314F"/>
                </a:solidFill>
                <a:latin typeface="+mj-lt"/>
                <a:cs typeface="+mj-cs"/>
              </a:rPr>
              <a:t>The Journey of Setup a Foreign Limited Liability Company </a:t>
            </a:r>
          </a:p>
        </p:txBody>
      </p:sp>
      <p:pic>
        <p:nvPicPr>
          <p:cNvPr id="2075" name="Picture 18">
            <a:extLst>
              <a:ext uri="{FF2B5EF4-FFF2-40B4-BE49-F238E27FC236}">
                <a16:creationId xmlns:a16="http://schemas.microsoft.com/office/drawing/2014/main" id="{54428C93-8E0A-FBF5-4155-9C38E478BF3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01461" y="1380930"/>
            <a:ext cx="2334062" cy="5023990"/>
          </a:xfrm>
          <a:prstGeom prst="rect">
            <a:avLst/>
          </a:prstGeom>
          <a:noFill/>
          <a:extLst>
            <a:ext uri="{909E8E84-426E-40DD-AFC4-6F175D3DCCD1}">
              <a14:hiddenFill xmlns:a14="http://schemas.microsoft.com/office/drawing/2010/main">
                <a:solidFill>
                  <a:srgbClr val="FFFFFF"/>
                </a:solidFill>
              </a14:hiddenFill>
            </a:ext>
          </a:extLst>
        </p:spPr>
      </p:pic>
      <p:pic>
        <p:nvPicPr>
          <p:cNvPr id="2076" name="Picture 20">
            <a:extLst>
              <a:ext uri="{FF2B5EF4-FFF2-40B4-BE49-F238E27FC236}">
                <a16:creationId xmlns:a16="http://schemas.microsoft.com/office/drawing/2014/main" id="{792D2D11-DA39-D9A2-B8A9-BD5B1FF7471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774958" y="3890453"/>
            <a:ext cx="7523924" cy="2532806"/>
          </a:xfrm>
          <a:prstGeom prst="rect">
            <a:avLst/>
          </a:prstGeom>
          <a:noFill/>
          <a:extLst>
            <a:ext uri="{909E8E84-426E-40DD-AFC4-6F175D3DCCD1}">
              <a14:hiddenFill xmlns:a14="http://schemas.microsoft.com/office/drawing/2010/main">
                <a:solidFill>
                  <a:srgbClr val="FFFFFF"/>
                </a:solidFill>
              </a14:hiddenFill>
            </a:ext>
          </a:extLst>
        </p:spPr>
      </p:pic>
      <p:pic>
        <p:nvPicPr>
          <p:cNvPr id="2078" name="Picture 24">
            <a:extLst>
              <a:ext uri="{FF2B5EF4-FFF2-40B4-BE49-F238E27FC236}">
                <a16:creationId xmlns:a16="http://schemas.microsoft.com/office/drawing/2014/main" id="{969E499C-C78C-AE35-B6C1-5501FFFE4B4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rot="822787">
            <a:off x="2821193" y="4444925"/>
            <a:ext cx="2374873" cy="2374873"/>
          </a:xfrm>
          <a:prstGeom prst="rect">
            <a:avLst/>
          </a:prstGeom>
          <a:noFill/>
          <a:extLst>
            <a:ext uri="{909E8E84-426E-40DD-AFC4-6F175D3DCCD1}">
              <a14:hiddenFill xmlns:a14="http://schemas.microsoft.com/office/drawing/2010/main">
                <a:solidFill>
                  <a:srgbClr val="FFFFFF"/>
                </a:solidFill>
              </a14:hiddenFill>
            </a:ext>
          </a:extLst>
        </p:spPr>
      </p:pic>
      <p:sp>
        <p:nvSpPr>
          <p:cNvPr id="2080" name="SCOPE.BADGE_01">
            <a:extLst>
              <a:ext uri="{FF2B5EF4-FFF2-40B4-BE49-F238E27FC236}">
                <a16:creationId xmlns:a16="http://schemas.microsoft.com/office/drawing/2014/main" id="{DD70D56F-5E5B-EF26-CB28-C0F06821375C}"/>
              </a:ext>
            </a:extLst>
          </p:cNvPr>
          <p:cNvSpPr txBox="1">
            <a:spLocks/>
          </p:cNvSpPr>
          <p:nvPr/>
        </p:nvSpPr>
        <p:spPr>
          <a:xfrm>
            <a:off x="1502410" y="1691862"/>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01</a:t>
            </a:r>
          </a:p>
        </p:txBody>
      </p:sp>
      <p:pic>
        <p:nvPicPr>
          <p:cNvPr id="2115" name="SCOPE.AGENCY_11">
            <a:extLst>
              <a:ext uri="{FF2B5EF4-FFF2-40B4-BE49-F238E27FC236}">
                <a16:creationId xmlns:a16="http://schemas.microsoft.com/office/drawing/2014/main" id="{612670A1-1E06-89C2-4B26-688875913ECA}"/>
              </a:ext>
            </a:extLst>
          </p:cNvPr>
          <p:cNvPicPr>
            <a:picLocks noChangeAspect="1"/>
          </p:cNvPicPr>
          <p:nvPr/>
        </p:nvPicPr>
        <p:blipFill rotWithShape="1">
          <a:blip r:embed="rId14">
            <a:clrChange>
              <a:clrFrom>
                <a:srgbClr val="FFFFFF"/>
              </a:clrFrom>
              <a:clrTo>
                <a:srgbClr val="FFFFFF">
                  <a:alpha val="0"/>
                </a:srgbClr>
              </a:clrTo>
            </a:clrChange>
          </a:blip>
          <a:srcRect l="40065"/>
          <a:stretch/>
        </p:blipFill>
        <p:spPr>
          <a:xfrm>
            <a:off x="4935053" y="3093767"/>
            <a:ext cx="1266529" cy="898896"/>
          </a:xfrm>
          <a:prstGeom prst="rect">
            <a:avLst/>
          </a:prstGeom>
        </p:spPr>
      </p:pic>
      <p:pic>
        <p:nvPicPr>
          <p:cNvPr id="2118" name="SCOPE.AGENCY_10" descr="الرئيسية | قوى">
            <a:extLst>
              <a:ext uri="{FF2B5EF4-FFF2-40B4-BE49-F238E27FC236}">
                <a16:creationId xmlns:a16="http://schemas.microsoft.com/office/drawing/2014/main" id="{517B0CAD-8453-8C1A-AE63-12A3D8A1F29B}"/>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5183530" y="5733063"/>
            <a:ext cx="624642" cy="553998"/>
          </a:xfrm>
          <a:prstGeom prst="rect">
            <a:avLst/>
          </a:prstGeom>
          <a:noFill/>
          <a:extLst>
            <a:ext uri="{909E8E84-426E-40DD-AFC4-6F175D3DCCD1}">
              <a14:hiddenFill xmlns:a14="http://schemas.microsoft.com/office/drawing/2010/main">
                <a:solidFill>
                  <a:srgbClr val="FFFFFF"/>
                </a:solidFill>
              </a14:hiddenFill>
            </a:ext>
          </a:extLst>
        </p:spPr>
      </p:pic>
      <p:sp>
        <p:nvSpPr>
          <p:cNvPr id="2121" name="SCOPE.STEP_09">
            <a:extLst>
              <a:ext uri="{FF2B5EF4-FFF2-40B4-BE49-F238E27FC236}">
                <a16:creationId xmlns:a16="http://schemas.microsoft.com/office/drawing/2014/main" id="{8583BE5D-DF59-8E77-A468-97309D16CE2B}"/>
              </a:ext>
            </a:extLst>
          </p:cNvPr>
          <p:cNvSpPr/>
          <p:nvPr/>
        </p:nvSpPr>
        <p:spPr>
          <a:xfrm>
            <a:off x="3439003" y="5331364"/>
            <a:ext cx="1132474" cy="600164"/>
          </a:xfrm>
          <a:prstGeom prst="rect">
            <a:avLst/>
          </a:prstGeom>
        </p:spPr>
        <p:txBody>
          <a:bodyPr wrap="square">
            <a:spAutoFit/>
          </a:bodyPr>
          <a:lstStyle/>
          <a:p>
            <a:pPr algn="ctr" rtl="0"/>
            <a:r>
              <a:rPr lang="en-US" sz="1100" dirty="0">
                <a:solidFill>
                  <a:srgbClr val="0E314F"/>
                </a:solidFill>
                <a:latin typeface="+mj-lt"/>
              </a:rPr>
              <a:t>STEP 09</a:t>
            </a:r>
          </a:p>
        </p:txBody>
      </p:sp>
      <p:sp>
        <p:nvSpPr>
          <p:cNvPr id="2123" name="SCOPE.STEP_05">
            <a:extLst>
              <a:ext uri="{FF2B5EF4-FFF2-40B4-BE49-F238E27FC236}">
                <a16:creationId xmlns:a16="http://schemas.microsoft.com/office/drawing/2014/main" id="{1FEFF98F-F369-CEA0-69BB-FE89E36FA343}"/>
              </a:ext>
            </a:extLst>
          </p:cNvPr>
          <p:cNvSpPr/>
          <p:nvPr/>
        </p:nvSpPr>
        <p:spPr>
          <a:xfrm>
            <a:off x="16178" y="3890453"/>
            <a:ext cx="936148" cy="553998"/>
          </a:xfrm>
          <a:prstGeom prst="rect">
            <a:avLst/>
          </a:prstGeom>
        </p:spPr>
        <p:txBody>
          <a:bodyPr wrap="square">
            <a:spAutoFit/>
          </a:bodyPr>
          <a:lstStyle/>
          <a:p>
            <a:pPr algn="ctr" rtl="1"/>
            <a:r>
              <a:rPr lang="en-US" sz="1000" dirty="0">
                <a:solidFill>
                  <a:srgbClr val="0E314F"/>
                </a:solidFill>
              </a:rPr>
              <a:t>STEP 05</a:t>
            </a:r>
          </a:p>
        </p:txBody>
      </p:sp>
      <p:sp>
        <p:nvSpPr>
          <p:cNvPr id="2128" name="SCOPE.STEP_11">
            <a:extLst>
              <a:ext uri="{FF2B5EF4-FFF2-40B4-BE49-F238E27FC236}">
                <a16:creationId xmlns:a16="http://schemas.microsoft.com/office/drawing/2014/main" id="{58DE0F23-728F-C3AC-367B-9EB7D3F52F62}"/>
              </a:ext>
            </a:extLst>
          </p:cNvPr>
          <p:cNvSpPr/>
          <p:nvPr/>
        </p:nvSpPr>
        <p:spPr>
          <a:xfrm>
            <a:off x="4937959" y="3721349"/>
            <a:ext cx="1037306" cy="553998"/>
          </a:xfrm>
          <a:prstGeom prst="rect">
            <a:avLst/>
          </a:prstGeom>
        </p:spPr>
        <p:txBody>
          <a:bodyPr wrap="square">
            <a:spAutoFit/>
          </a:bodyPr>
          <a:lstStyle/>
          <a:p>
            <a:pPr algn="ctr"/>
            <a:r>
              <a:rPr lang="en-US" sz="1000" dirty="0">
                <a:solidFill>
                  <a:srgbClr val="0E314F"/>
                </a:solidFill>
                <a:cs typeface="DIN Next LT Arabic" pitchFamily="34" charset="-78"/>
              </a:rPr>
              <a:t>STEP 11</a:t>
            </a:r>
          </a:p>
        </p:txBody>
      </p:sp>
      <p:sp>
        <p:nvSpPr>
          <p:cNvPr id="2129" name="SCOPE.STEP_10">
            <a:extLst>
              <a:ext uri="{FF2B5EF4-FFF2-40B4-BE49-F238E27FC236}">
                <a16:creationId xmlns:a16="http://schemas.microsoft.com/office/drawing/2014/main" id="{7B33D72E-8F66-9357-6F98-8A8E99154AA3}"/>
              </a:ext>
            </a:extLst>
          </p:cNvPr>
          <p:cNvSpPr/>
          <p:nvPr/>
        </p:nvSpPr>
        <p:spPr>
          <a:xfrm>
            <a:off x="4883998" y="6287061"/>
            <a:ext cx="2334062" cy="553998"/>
          </a:xfrm>
          <a:prstGeom prst="rect">
            <a:avLst/>
          </a:prstGeom>
        </p:spPr>
        <p:txBody>
          <a:bodyPr wrap="square">
            <a:spAutoFit/>
          </a:bodyPr>
          <a:lstStyle/>
          <a:p>
            <a:pPr marL="0" algn="ctr" rtl="0" eaLnBrk="1" latinLnBrk="0" hangingPunct="1"/>
            <a:r>
              <a:rPr lang="en-US" sz="1000" kern="1200" dirty="0">
                <a:solidFill>
                  <a:srgbClr val="0E314F"/>
                </a:solidFill>
                <a:effectLst/>
                <a:latin typeface="Lama Sans" panose="00000200000000000000" pitchFamily="2" charset="-78"/>
                <a:ea typeface="+mn-ea"/>
                <a:cs typeface="DIN Next LT Arabic" panose="020B0503020203050203"/>
              </a:rPr>
              <a:t>STEP 10</a:t>
            </a:r>
            <a:endParaRPr lang="en-US" sz="1000" dirty="0">
              <a:solidFill>
                <a:srgbClr val="0E314F"/>
              </a:solidFill>
              <a:effectLst/>
            </a:endParaRPr>
          </a:p>
        </p:txBody>
      </p:sp>
      <p:pic>
        <p:nvPicPr>
          <p:cNvPr id="1026" name="SCOPE.AGENCY_12" descr="شعار وهوية التأمينات الاجتماعية الجديد gosi logo بدقة عالية svg – png -  شعارات السعودية | Saudi Logos">
            <a:extLst>
              <a:ext uri="{FF2B5EF4-FFF2-40B4-BE49-F238E27FC236}">
                <a16:creationId xmlns:a16="http://schemas.microsoft.com/office/drawing/2014/main" id="{DDC3B951-9FE1-56F1-BB65-29D3F9293499}"/>
              </a:ext>
            </a:extLst>
          </p:cNvPr>
          <p:cNvPicPr>
            <a:picLocks noChangeAspect="1" noChangeArrowheads="1"/>
          </p:cNvPicPr>
          <p:nvPr/>
        </p:nvPicPr>
        <p:blipFill rotWithShape="1">
          <a:blip r:embed="rId16">
            <a:extLst>
              <a:ext uri="{28A0092B-C50C-407E-A947-70E740481C1C}">
                <a14:useLocalDpi xmlns:a14="http://schemas.microsoft.com/office/drawing/2010/main" val="0"/>
              </a:ext>
            </a:extLst>
          </a:blip>
          <a:srcRect b="38656"/>
          <a:stretch/>
        </p:blipFill>
        <p:spPr bwMode="auto">
          <a:xfrm>
            <a:off x="8322091" y="5839351"/>
            <a:ext cx="866631" cy="356006"/>
          </a:xfrm>
          <a:prstGeom prst="rect">
            <a:avLst/>
          </a:prstGeom>
          <a:noFill/>
          <a:extLst>
            <a:ext uri="{909E8E84-426E-40DD-AFC4-6F175D3DCCD1}">
              <a14:hiddenFill xmlns:a14="http://schemas.microsoft.com/office/drawing/2010/main">
                <a:solidFill>
                  <a:srgbClr val="FFFFFF"/>
                </a:solidFill>
              </a14:hiddenFill>
            </a:ext>
          </a:extLst>
        </p:spPr>
      </p:pic>
      <p:sp>
        <p:nvSpPr>
          <p:cNvPr id="5" name="SCOPE.STEP_12">
            <a:extLst>
              <a:ext uri="{FF2B5EF4-FFF2-40B4-BE49-F238E27FC236}">
                <a16:creationId xmlns:a16="http://schemas.microsoft.com/office/drawing/2014/main" id="{27F6EB26-1F1B-94CE-1F97-417741FA3A87}"/>
              </a:ext>
            </a:extLst>
          </p:cNvPr>
          <p:cNvSpPr/>
          <p:nvPr/>
        </p:nvSpPr>
        <p:spPr>
          <a:xfrm>
            <a:off x="7223422" y="6418367"/>
            <a:ext cx="2185954" cy="400110"/>
          </a:xfrm>
          <a:prstGeom prst="rect">
            <a:avLst/>
          </a:prstGeom>
        </p:spPr>
        <p:txBody>
          <a:bodyPr wrap="square">
            <a:spAutoFit/>
          </a:bodyPr>
          <a:lstStyle/>
          <a:p>
            <a:pPr algn="ctr"/>
            <a:r>
              <a:rPr lang="en-US" sz="1000" dirty="0">
                <a:solidFill>
                  <a:srgbClr val="0E314F"/>
                </a:solidFill>
                <a:cs typeface="DIN Next LT Arabic" pitchFamily="34" charset="-78"/>
              </a:rPr>
              <a:t>STEP 12</a:t>
            </a:r>
          </a:p>
        </p:txBody>
      </p:sp>
      <p:sp>
        <p:nvSpPr>
          <p:cNvPr id="10" name="SCOPE.STEP_13">
            <a:extLst>
              <a:ext uri="{FF2B5EF4-FFF2-40B4-BE49-F238E27FC236}">
                <a16:creationId xmlns:a16="http://schemas.microsoft.com/office/drawing/2014/main" id="{812B7873-6450-2AF5-9A43-171F94FFD11D}"/>
              </a:ext>
            </a:extLst>
          </p:cNvPr>
          <p:cNvSpPr/>
          <p:nvPr/>
        </p:nvSpPr>
        <p:spPr>
          <a:xfrm>
            <a:off x="6375788" y="3088730"/>
            <a:ext cx="1668257" cy="707886"/>
          </a:xfrm>
          <a:prstGeom prst="rect">
            <a:avLst/>
          </a:prstGeom>
        </p:spPr>
        <p:txBody>
          <a:bodyPr wrap="square">
            <a:spAutoFit/>
          </a:bodyPr>
          <a:lstStyle/>
          <a:p>
            <a:pPr algn="ctr"/>
            <a:r>
              <a:rPr lang="en-US" sz="1000" dirty="0">
                <a:solidFill>
                  <a:srgbClr val="0E314F"/>
                </a:solidFill>
                <a:cs typeface="DIN Next LT Arabic" pitchFamily="34" charset="-78"/>
              </a:rPr>
              <a:t>STEP 13</a:t>
            </a:r>
          </a:p>
        </p:txBody>
      </p:sp>
      <p:pic>
        <p:nvPicPr>
          <p:cNvPr id="17" name="SCOPE.AGENCY_14">
            <a:extLst>
              <a:ext uri="{FF2B5EF4-FFF2-40B4-BE49-F238E27FC236}">
                <a16:creationId xmlns:a16="http://schemas.microsoft.com/office/drawing/2014/main" id="{E0429F32-F394-20DD-5695-C0AE1365B712}"/>
              </a:ext>
            </a:extLst>
          </p:cNvPr>
          <p:cNvPicPr>
            <a:picLocks noChangeAspect="1"/>
          </p:cNvPicPr>
          <p:nvPr/>
        </p:nvPicPr>
        <p:blipFill rotWithShape="1">
          <a:blip r:embed="rId17">
            <a:clrChange>
              <a:clrFrom>
                <a:srgbClr val="FFFFFF"/>
              </a:clrFrom>
              <a:clrTo>
                <a:srgbClr val="FFFFFF">
                  <a:alpha val="0"/>
                </a:srgbClr>
              </a:clrTo>
            </a:clrChange>
          </a:blip>
          <a:srcRect b="14240"/>
          <a:stretch/>
        </p:blipFill>
        <p:spPr>
          <a:xfrm>
            <a:off x="8478950" y="2515769"/>
            <a:ext cx="932299" cy="931523"/>
          </a:xfrm>
          <a:prstGeom prst="rect">
            <a:avLst/>
          </a:prstGeom>
        </p:spPr>
      </p:pic>
      <p:pic>
        <p:nvPicPr>
          <p:cNvPr id="19" name="SCOPE.AGENCY_16" descr="Zakat, Tax and Customs Authority - Wikipedia">
            <a:extLst>
              <a:ext uri="{FF2B5EF4-FFF2-40B4-BE49-F238E27FC236}">
                <a16:creationId xmlns:a16="http://schemas.microsoft.com/office/drawing/2014/main" id="{FB0B0532-282D-D412-E322-C9D4B560A8B7}"/>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rcRect t="66533"/>
          <a:stretch/>
        </p:blipFill>
        <p:spPr bwMode="auto">
          <a:xfrm>
            <a:off x="9454709" y="6425261"/>
            <a:ext cx="1654427" cy="341899"/>
          </a:xfrm>
          <a:prstGeom prst="rect">
            <a:avLst/>
          </a:prstGeom>
          <a:noFill/>
          <a:extLst>
            <a:ext uri="{909E8E84-426E-40DD-AFC4-6F175D3DCCD1}">
              <a14:hiddenFill xmlns:a14="http://schemas.microsoft.com/office/drawing/2010/main">
                <a:solidFill>
                  <a:srgbClr val="FFFFFF"/>
                </a:solidFill>
              </a14:hiddenFill>
            </a:ext>
          </a:extLst>
        </p:spPr>
      </p:pic>
      <p:pic>
        <p:nvPicPr>
          <p:cNvPr id="1030" name="SCOPE.AGENCY_17" descr="شعار Riyadh Chamber غرفة الرياض Download png">
            <a:extLst>
              <a:ext uri="{FF2B5EF4-FFF2-40B4-BE49-F238E27FC236}">
                <a16:creationId xmlns:a16="http://schemas.microsoft.com/office/drawing/2014/main" id="{FD2E8352-F4FA-4D82-865D-8A2307E96308}"/>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054070" y="3784947"/>
            <a:ext cx="1178172" cy="439851"/>
          </a:xfrm>
          <a:prstGeom prst="rect">
            <a:avLst/>
          </a:prstGeom>
          <a:noFill/>
          <a:extLst>
            <a:ext uri="{909E8E84-426E-40DD-AFC4-6F175D3DCCD1}">
              <a14:hiddenFill xmlns:a14="http://schemas.microsoft.com/office/drawing/2010/main">
                <a:solidFill>
                  <a:srgbClr val="FFFFFF"/>
                </a:solidFill>
              </a14:hiddenFill>
            </a:ext>
          </a:extLst>
        </p:spPr>
      </p:pic>
      <p:sp>
        <p:nvSpPr>
          <p:cNvPr id="21" name="SCOPE.STEP_14">
            <a:extLst>
              <a:ext uri="{FF2B5EF4-FFF2-40B4-BE49-F238E27FC236}">
                <a16:creationId xmlns:a16="http://schemas.microsoft.com/office/drawing/2014/main" id="{DD37EC19-59F0-D520-5778-FDEEA0F4009C}"/>
              </a:ext>
            </a:extLst>
          </p:cNvPr>
          <p:cNvSpPr/>
          <p:nvPr/>
        </p:nvSpPr>
        <p:spPr>
          <a:xfrm>
            <a:off x="8204999" y="3439298"/>
            <a:ext cx="1480203" cy="707886"/>
          </a:xfrm>
          <a:prstGeom prst="rect">
            <a:avLst/>
          </a:prstGeom>
        </p:spPr>
        <p:txBody>
          <a:bodyPr wrap="square">
            <a:spAutoFit/>
          </a:bodyPr>
          <a:lstStyle/>
          <a:p>
            <a:pPr algn="ctr"/>
            <a:r>
              <a:rPr lang="en-US" sz="1000" dirty="0">
                <a:solidFill>
                  <a:srgbClr val="0E314F"/>
                </a:solidFill>
                <a:cs typeface="DIN Next LT Arabic" pitchFamily="34" charset="-78"/>
              </a:rPr>
              <a:t>STEP 14</a:t>
            </a:r>
          </a:p>
        </p:txBody>
      </p:sp>
      <p:sp>
        <p:nvSpPr>
          <p:cNvPr id="22" name="SCOPE.STEP_17">
            <a:extLst>
              <a:ext uri="{FF2B5EF4-FFF2-40B4-BE49-F238E27FC236}">
                <a16:creationId xmlns:a16="http://schemas.microsoft.com/office/drawing/2014/main" id="{5D0D5E49-D229-6D9B-1ABA-9DC80E75C7C1}"/>
              </a:ext>
            </a:extLst>
          </p:cNvPr>
          <p:cNvSpPr/>
          <p:nvPr/>
        </p:nvSpPr>
        <p:spPr>
          <a:xfrm>
            <a:off x="11135308" y="4240737"/>
            <a:ext cx="1143426" cy="553998"/>
          </a:xfrm>
          <a:prstGeom prst="rect">
            <a:avLst/>
          </a:prstGeom>
        </p:spPr>
        <p:txBody>
          <a:bodyPr wrap="square">
            <a:spAutoFit/>
          </a:bodyPr>
          <a:lstStyle/>
          <a:p>
            <a:pPr algn="ctr"/>
            <a:r>
              <a:rPr lang="en-US" sz="1000" dirty="0">
                <a:solidFill>
                  <a:srgbClr val="0E314F"/>
                </a:solidFill>
                <a:cs typeface="DIN Next LT Arabic" pitchFamily="34" charset="-78"/>
              </a:rPr>
              <a:t>STEP 17</a:t>
            </a:r>
          </a:p>
        </p:txBody>
      </p:sp>
      <p:sp>
        <p:nvSpPr>
          <p:cNvPr id="29" name="SCOPE.STEP_15">
            <a:extLst>
              <a:ext uri="{FF2B5EF4-FFF2-40B4-BE49-F238E27FC236}">
                <a16:creationId xmlns:a16="http://schemas.microsoft.com/office/drawing/2014/main" id="{C95E4DD9-E4E1-C83E-CA2D-1982356BDEE6}"/>
              </a:ext>
            </a:extLst>
          </p:cNvPr>
          <p:cNvSpPr txBox="1"/>
          <p:nvPr/>
        </p:nvSpPr>
        <p:spPr>
          <a:xfrm>
            <a:off x="9399708" y="4269950"/>
            <a:ext cx="916100" cy="553998"/>
          </a:xfrm>
          <a:prstGeom prst="rect">
            <a:avLst/>
          </a:prstGeom>
          <a:noFill/>
        </p:spPr>
        <p:txBody>
          <a:bodyPr wrap="square">
            <a:spAutoFit/>
          </a:bodyPr>
          <a:lstStyle/>
          <a:p>
            <a:pPr algn="ctr"/>
            <a:r>
              <a:rPr lang="en-US" sz="1000" dirty="0">
                <a:solidFill>
                  <a:srgbClr val="0E314F"/>
                </a:solidFill>
                <a:cs typeface="DIN Next LT Arabic" pitchFamily="34" charset="-78"/>
              </a:rPr>
              <a:t>STEP 15</a:t>
            </a:r>
            <a:endParaRPr lang="ar-SA" sz="1000" dirty="0">
              <a:solidFill>
                <a:srgbClr val="0E314F"/>
              </a:solidFill>
              <a:cs typeface="DIN Next LT Arabic" pitchFamily="34" charset="-78"/>
            </a:endParaRPr>
          </a:p>
          <a:p>
            <a:pPr algn="ctr"/>
          </a:p>
        </p:txBody>
      </p:sp>
      <p:sp>
        <p:nvSpPr>
          <p:cNvPr id="30" name="SCOPE.STEP_16">
            <a:extLst>
              <a:ext uri="{FF2B5EF4-FFF2-40B4-BE49-F238E27FC236}">
                <a16:creationId xmlns:a16="http://schemas.microsoft.com/office/drawing/2014/main" id="{DE9A28AD-1FB1-9171-5E5A-5DF753AE9686}"/>
              </a:ext>
            </a:extLst>
          </p:cNvPr>
          <p:cNvSpPr txBox="1"/>
          <p:nvPr/>
        </p:nvSpPr>
        <p:spPr>
          <a:xfrm>
            <a:off x="10343078" y="5573868"/>
            <a:ext cx="916099" cy="707886"/>
          </a:xfrm>
          <a:prstGeom prst="rect">
            <a:avLst/>
          </a:prstGeom>
          <a:noFill/>
        </p:spPr>
        <p:txBody>
          <a:bodyPr wrap="square">
            <a:spAutoFit/>
          </a:bodyPr>
          <a:lstStyle/>
          <a:p>
            <a:pPr algn="ctr"/>
            <a:r>
              <a:rPr lang="en-US" sz="1000" dirty="0">
                <a:cs typeface="DIN Next LT Arabic" pitchFamily="34" charset="-78"/>
              </a:rPr>
              <a:t>STEP 16</a:t>
            </a:r>
          </a:p>
          <a:p>
            <a:pPr algn="ctr"/>
            <a:endParaRPr lang="ar-SA" sz="1000" dirty="0">
              <a:cs typeface="DIN Next LT Arabic" pitchFamily="34" charset="-78"/>
            </a:endParaRPr>
          </a:p>
          <a:p>
            <a:pPr algn="ctr"/>
          </a:p>
          <a:p>
            <a:pPr algn="ctr"/>
          </a:p>
        </p:txBody>
      </p:sp>
      <p:sp>
        <p:nvSpPr>
          <p:cNvPr id="35" name="SCOPE.BADGE_02">
            <a:extLst>
              <a:ext uri="{FF2B5EF4-FFF2-40B4-BE49-F238E27FC236}">
                <a16:creationId xmlns:a16="http://schemas.microsoft.com/office/drawing/2014/main" id="{0FBD0D23-437F-389B-3134-DCBA802DB231}"/>
              </a:ext>
            </a:extLst>
          </p:cNvPr>
          <p:cNvSpPr txBox="1">
            <a:spLocks/>
          </p:cNvSpPr>
          <p:nvPr/>
        </p:nvSpPr>
        <p:spPr>
          <a:xfrm>
            <a:off x="2258164" y="2269740"/>
            <a:ext cx="538309"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02</a:t>
            </a:r>
          </a:p>
        </p:txBody>
      </p:sp>
      <p:sp>
        <p:nvSpPr>
          <p:cNvPr id="38" name="SCOPE.BADGE_03">
            <a:extLst>
              <a:ext uri="{FF2B5EF4-FFF2-40B4-BE49-F238E27FC236}">
                <a16:creationId xmlns:a16="http://schemas.microsoft.com/office/drawing/2014/main" id="{8DE73F11-E4FA-8F80-5FA4-7051B810B71A}"/>
              </a:ext>
            </a:extLst>
          </p:cNvPr>
          <p:cNvSpPr txBox="1">
            <a:spLocks/>
          </p:cNvSpPr>
          <p:nvPr/>
        </p:nvSpPr>
        <p:spPr>
          <a:xfrm>
            <a:off x="1342882" y="2828515"/>
            <a:ext cx="545887"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03</a:t>
            </a:r>
          </a:p>
        </p:txBody>
      </p:sp>
      <p:sp>
        <p:nvSpPr>
          <p:cNvPr id="39" name="SCOPE.BADGE_04">
            <a:extLst>
              <a:ext uri="{FF2B5EF4-FFF2-40B4-BE49-F238E27FC236}">
                <a16:creationId xmlns:a16="http://schemas.microsoft.com/office/drawing/2014/main" id="{8B778DB1-9CC1-C3EA-750E-279C55C7C8A8}"/>
              </a:ext>
            </a:extLst>
          </p:cNvPr>
          <p:cNvSpPr txBox="1">
            <a:spLocks/>
          </p:cNvSpPr>
          <p:nvPr/>
        </p:nvSpPr>
        <p:spPr>
          <a:xfrm>
            <a:off x="2185224" y="3381542"/>
            <a:ext cx="550056"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04</a:t>
            </a:r>
          </a:p>
        </p:txBody>
      </p:sp>
      <p:sp>
        <p:nvSpPr>
          <p:cNvPr id="40" name="SCOPE.BADGE_05">
            <a:extLst>
              <a:ext uri="{FF2B5EF4-FFF2-40B4-BE49-F238E27FC236}">
                <a16:creationId xmlns:a16="http://schemas.microsoft.com/office/drawing/2014/main" id="{76F9B30F-A1ED-D136-D4F8-055C5F3C26B9}"/>
              </a:ext>
            </a:extLst>
          </p:cNvPr>
          <p:cNvSpPr txBox="1">
            <a:spLocks/>
          </p:cNvSpPr>
          <p:nvPr/>
        </p:nvSpPr>
        <p:spPr>
          <a:xfrm>
            <a:off x="1393208" y="3942446"/>
            <a:ext cx="545886"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05</a:t>
            </a:r>
          </a:p>
        </p:txBody>
      </p:sp>
      <p:sp>
        <p:nvSpPr>
          <p:cNvPr id="49" name="SCOPE.BADGE_06">
            <a:extLst>
              <a:ext uri="{FF2B5EF4-FFF2-40B4-BE49-F238E27FC236}">
                <a16:creationId xmlns:a16="http://schemas.microsoft.com/office/drawing/2014/main" id="{5E2C4DEA-65F7-3841-E33B-7469074CC398}"/>
              </a:ext>
            </a:extLst>
          </p:cNvPr>
          <p:cNvSpPr txBox="1">
            <a:spLocks/>
          </p:cNvSpPr>
          <p:nvPr/>
        </p:nvSpPr>
        <p:spPr>
          <a:xfrm>
            <a:off x="2308290" y="4467905"/>
            <a:ext cx="540028"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06</a:t>
            </a:r>
          </a:p>
        </p:txBody>
      </p:sp>
      <p:sp>
        <p:nvSpPr>
          <p:cNvPr id="51" name="SCOPE.BADGE_07">
            <a:extLst>
              <a:ext uri="{FF2B5EF4-FFF2-40B4-BE49-F238E27FC236}">
                <a16:creationId xmlns:a16="http://schemas.microsoft.com/office/drawing/2014/main" id="{A6030B35-0EAF-4FF8-7D66-6F799D46D65E}"/>
              </a:ext>
            </a:extLst>
          </p:cNvPr>
          <p:cNvSpPr txBox="1">
            <a:spLocks/>
          </p:cNvSpPr>
          <p:nvPr/>
        </p:nvSpPr>
        <p:spPr>
          <a:xfrm>
            <a:off x="1433105" y="5048258"/>
            <a:ext cx="54112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0F3353"/>
                </a:solidFill>
                <a:latin typeface="+mj-lt"/>
                <a:cs typeface="+mj-cs"/>
              </a:rPr>
              <a:t>07</a:t>
            </a:r>
          </a:p>
        </p:txBody>
      </p:sp>
      <p:sp>
        <p:nvSpPr>
          <p:cNvPr id="52" name="SCOPE.BADGE_08">
            <a:extLst>
              <a:ext uri="{FF2B5EF4-FFF2-40B4-BE49-F238E27FC236}">
                <a16:creationId xmlns:a16="http://schemas.microsoft.com/office/drawing/2014/main" id="{8B772EDD-BBCD-D6CC-AEF8-BF15AFB6E199}"/>
              </a:ext>
            </a:extLst>
          </p:cNvPr>
          <p:cNvSpPr txBox="1">
            <a:spLocks/>
          </p:cNvSpPr>
          <p:nvPr/>
        </p:nvSpPr>
        <p:spPr>
          <a:xfrm>
            <a:off x="2201901" y="5623660"/>
            <a:ext cx="525533"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08</a:t>
            </a:r>
          </a:p>
        </p:txBody>
      </p:sp>
      <p:sp>
        <p:nvSpPr>
          <p:cNvPr id="53" name="SCOPE.BADGE_09">
            <a:extLst>
              <a:ext uri="{FF2B5EF4-FFF2-40B4-BE49-F238E27FC236}">
                <a16:creationId xmlns:a16="http://schemas.microsoft.com/office/drawing/2014/main" id="{FECFEC04-F018-566C-97B1-BAB9E6BDFF0D}"/>
              </a:ext>
            </a:extLst>
          </p:cNvPr>
          <p:cNvSpPr txBox="1">
            <a:spLocks/>
          </p:cNvSpPr>
          <p:nvPr/>
        </p:nvSpPr>
        <p:spPr>
          <a:xfrm>
            <a:off x="5114684" y="4728373"/>
            <a:ext cx="532509"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09</a:t>
            </a:r>
          </a:p>
        </p:txBody>
      </p:sp>
      <p:sp>
        <p:nvSpPr>
          <p:cNvPr id="54" name="SCOPE.BADGE_10">
            <a:extLst>
              <a:ext uri="{FF2B5EF4-FFF2-40B4-BE49-F238E27FC236}">
                <a16:creationId xmlns:a16="http://schemas.microsoft.com/office/drawing/2014/main" id="{A089B9A7-2BD4-550A-DDAB-0ADCED0DD960}"/>
              </a:ext>
            </a:extLst>
          </p:cNvPr>
          <p:cNvSpPr txBox="1">
            <a:spLocks/>
          </p:cNvSpPr>
          <p:nvPr/>
        </p:nvSpPr>
        <p:spPr>
          <a:xfrm>
            <a:off x="6026336" y="5265801"/>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0F3353"/>
                </a:solidFill>
                <a:latin typeface="+mj-lt"/>
                <a:cs typeface="+mj-cs"/>
              </a:rPr>
              <a:t>10</a:t>
            </a:r>
          </a:p>
        </p:txBody>
      </p:sp>
      <p:sp>
        <p:nvSpPr>
          <p:cNvPr id="55" name="SCOPE.BADGE_11">
            <a:extLst>
              <a:ext uri="{FF2B5EF4-FFF2-40B4-BE49-F238E27FC236}">
                <a16:creationId xmlns:a16="http://schemas.microsoft.com/office/drawing/2014/main" id="{C1AF0EAE-067E-6487-8F29-9F11F0D7A055}"/>
              </a:ext>
            </a:extLst>
          </p:cNvPr>
          <p:cNvSpPr txBox="1">
            <a:spLocks/>
          </p:cNvSpPr>
          <p:nvPr/>
        </p:nvSpPr>
        <p:spPr>
          <a:xfrm>
            <a:off x="6917792" y="4464741"/>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000" dirty="0">
                <a:solidFill>
                  <a:srgbClr val="0F3353"/>
                </a:solidFill>
                <a:latin typeface="+mj-lt"/>
                <a:cs typeface="+mj-cs"/>
              </a:rPr>
              <a:t>11</a:t>
            </a:r>
          </a:p>
        </p:txBody>
      </p:sp>
      <p:sp>
        <p:nvSpPr>
          <p:cNvPr id="56" name="SCOPE.BADGE_12">
            <a:extLst>
              <a:ext uri="{FF2B5EF4-FFF2-40B4-BE49-F238E27FC236}">
                <a16:creationId xmlns:a16="http://schemas.microsoft.com/office/drawing/2014/main" id="{9F20645A-81DF-55AC-DACA-2F4C5C2B2D25}"/>
              </a:ext>
            </a:extLst>
          </p:cNvPr>
          <p:cNvSpPr txBox="1">
            <a:spLocks/>
          </p:cNvSpPr>
          <p:nvPr/>
        </p:nvSpPr>
        <p:spPr>
          <a:xfrm>
            <a:off x="7794025" y="5175308"/>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12</a:t>
            </a:r>
          </a:p>
        </p:txBody>
      </p:sp>
      <p:sp>
        <p:nvSpPr>
          <p:cNvPr id="57" name="SCOPE.BADGE_14">
            <a:extLst>
              <a:ext uri="{FF2B5EF4-FFF2-40B4-BE49-F238E27FC236}">
                <a16:creationId xmlns:a16="http://schemas.microsoft.com/office/drawing/2014/main" id="{7A68DD59-7670-4ECB-C0E6-D49B0F3ACAD8}"/>
              </a:ext>
            </a:extLst>
          </p:cNvPr>
          <p:cNvSpPr txBox="1">
            <a:spLocks/>
          </p:cNvSpPr>
          <p:nvPr/>
        </p:nvSpPr>
        <p:spPr>
          <a:xfrm>
            <a:off x="9616262" y="5417204"/>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14</a:t>
            </a:r>
          </a:p>
        </p:txBody>
      </p:sp>
      <p:sp>
        <p:nvSpPr>
          <p:cNvPr id="58" name="SCOPE.BADGE_13">
            <a:extLst>
              <a:ext uri="{FF2B5EF4-FFF2-40B4-BE49-F238E27FC236}">
                <a16:creationId xmlns:a16="http://schemas.microsoft.com/office/drawing/2014/main" id="{584ABA00-4D2C-3832-6016-26CF95ACBC92}"/>
              </a:ext>
            </a:extLst>
          </p:cNvPr>
          <p:cNvSpPr txBox="1">
            <a:spLocks/>
          </p:cNvSpPr>
          <p:nvPr/>
        </p:nvSpPr>
        <p:spPr>
          <a:xfrm>
            <a:off x="8688777" y="4603110"/>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13</a:t>
            </a:r>
          </a:p>
        </p:txBody>
      </p:sp>
      <p:sp>
        <p:nvSpPr>
          <p:cNvPr id="59" name="SCOPE.BADGE_15">
            <a:extLst>
              <a:ext uri="{FF2B5EF4-FFF2-40B4-BE49-F238E27FC236}">
                <a16:creationId xmlns:a16="http://schemas.microsoft.com/office/drawing/2014/main" id="{4D67A4AC-365E-7FEC-5940-C98C156B03C9}"/>
              </a:ext>
            </a:extLst>
          </p:cNvPr>
          <p:cNvSpPr txBox="1">
            <a:spLocks/>
          </p:cNvSpPr>
          <p:nvPr/>
        </p:nvSpPr>
        <p:spPr>
          <a:xfrm>
            <a:off x="10493139" y="4735167"/>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15</a:t>
            </a:r>
          </a:p>
        </p:txBody>
      </p:sp>
      <p:sp>
        <p:nvSpPr>
          <p:cNvPr id="60" name="SCOPE.BADGE_16">
            <a:extLst>
              <a:ext uri="{FF2B5EF4-FFF2-40B4-BE49-F238E27FC236}">
                <a16:creationId xmlns:a16="http://schemas.microsoft.com/office/drawing/2014/main" id="{935237CF-91E6-3080-0E76-63DCCDB083B0}"/>
              </a:ext>
            </a:extLst>
          </p:cNvPr>
          <p:cNvSpPr txBox="1">
            <a:spLocks/>
          </p:cNvSpPr>
          <p:nvPr/>
        </p:nvSpPr>
        <p:spPr>
          <a:xfrm>
            <a:off x="11399064" y="5262500"/>
            <a:ext cx="488184" cy="428483"/>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2000" dirty="0">
                <a:solidFill>
                  <a:srgbClr val="0F3353"/>
                </a:solidFill>
                <a:latin typeface="+mj-lt"/>
                <a:cs typeface="+mj-cs"/>
              </a:rPr>
              <a:t>16</a:t>
            </a:r>
          </a:p>
        </p:txBody>
      </p:sp>
      <p:sp>
        <p:nvSpPr>
          <p:cNvPr id="61" name="Oval 60">
            <a:extLst>
              <a:ext uri="{FF2B5EF4-FFF2-40B4-BE49-F238E27FC236}">
                <a16:creationId xmlns:a16="http://schemas.microsoft.com/office/drawing/2014/main" id="{6414A6A6-7B1D-8767-2529-3687BF44CE2D}"/>
              </a:ext>
            </a:extLst>
          </p:cNvPr>
          <p:cNvSpPr/>
          <p:nvPr/>
        </p:nvSpPr>
        <p:spPr>
          <a:xfrm>
            <a:off x="3038875" y="2425845"/>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62" name="Oval 61">
            <a:extLst>
              <a:ext uri="{FF2B5EF4-FFF2-40B4-BE49-F238E27FC236}">
                <a16:creationId xmlns:a16="http://schemas.microsoft.com/office/drawing/2014/main" id="{E5AC654A-7D59-E260-14E8-B11061FB075C}"/>
              </a:ext>
            </a:extLst>
          </p:cNvPr>
          <p:cNvSpPr/>
          <p:nvPr/>
        </p:nvSpPr>
        <p:spPr>
          <a:xfrm>
            <a:off x="1099562" y="1765669"/>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63" name="Oval 62">
            <a:extLst>
              <a:ext uri="{FF2B5EF4-FFF2-40B4-BE49-F238E27FC236}">
                <a16:creationId xmlns:a16="http://schemas.microsoft.com/office/drawing/2014/main" id="{6E16B159-C26E-0E96-3CC2-F4FBCCFC335E}"/>
              </a:ext>
            </a:extLst>
          </p:cNvPr>
          <p:cNvSpPr/>
          <p:nvPr/>
        </p:nvSpPr>
        <p:spPr>
          <a:xfrm>
            <a:off x="869855" y="3169233"/>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24" name="Oval 1023">
            <a:extLst>
              <a:ext uri="{FF2B5EF4-FFF2-40B4-BE49-F238E27FC236}">
                <a16:creationId xmlns:a16="http://schemas.microsoft.com/office/drawing/2014/main" id="{372599F9-88D9-378F-6249-1EDCBB247BEE}"/>
              </a:ext>
            </a:extLst>
          </p:cNvPr>
          <p:cNvSpPr/>
          <p:nvPr/>
        </p:nvSpPr>
        <p:spPr>
          <a:xfrm>
            <a:off x="2933370" y="3365369"/>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25" name="Oval 1024">
            <a:extLst>
              <a:ext uri="{FF2B5EF4-FFF2-40B4-BE49-F238E27FC236}">
                <a16:creationId xmlns:a16="http://schemas.microsoft.com/office/drawing/2014/main" id="{C537B6B3-E345-EA28-DA96-383DE3728AD7}"/>
              </a:ext>
            </a:extLst>
          </p:cNvPr>
          <p:cNvSpPr/>
          <p:nvPr/>
        </p:nvSpPr>
        <p:spPr>
          <a:xfrm>
            <a:off x="3150683" y="4295695"/>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27" name="Oval 1026">
            <a:extLst>
              <a:ext uri="{FF2B5EF4-FFF2-40B4-BE49-F238E27FC236}">
                <a16:creationId xmlns:a16="http://schemas.microsoft.com/office/drawing/2014/main" id="{C334B795-EEC3-370C-0ED3-4D8FABB67DA0}"/>
              </a:ext>
            </a:extLst>
          </p:cNvPr>
          <p:cNvSpPr/>
          <p:nvPr/>
        </p:nvSpPr>
        <p:spPr>
          <a:xfrm>
            <a:off x="1128666" y="5281549"/>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28" name="Oval 1027">
            <a:extLst>
              <a:ext uri="{FF2B5EF4-FFF2-40B4-BE49-F238E27FC236}">
                <a16:creationId xmlns:a16="http://schemas.microsoft.com/office/drawing/2014/main" id="{AF7E01ED-60AB-C0A3-43E1-2DD12B40DB39}"/>
              </a:ext>
            </a:extLst>
          </p:cNvPr>
          <p:cNvSpPr/>
          <p:nvPr/>
        </p:nvSpPr>
        <p:spPr>
          <a:xfrm>
            <a:off x="857961" y="4089278"/>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29" name="Oval 1028">
            <a:extLst>
              <a:ext uri="{FF2B5EF4-FFF2-40B4-BE49-F238E27FC236}">
                <a16:creationId xmlns:a16="http://schemas.microsoft.com/office/drawing/2014/main" id="{261D12F7-6673-3175-1215-24F40BE5CE99}"/>
              </a:ext>
            </a:extLst>
          </p:cNvPr>
          <p:cNvSpPr/>
          <p:nvPr/>
        </p:nvSpPr>
        <p:spPr>
          <a:xfrm>
            <a:off x="5411215" y="4247692"/>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1" name="Oval 1030">
            <a:extLst>
              <a:ext uri="{FF2B5EF4-FFF2-40B4-BE49-F238E27FC236}">
                <a16:creationId xmlns:a16="http://schemas.microsoft.com/office/drawing/2014/main" id="{487CB0B0-F4FC-AB26-5AAB-D519DA4E57EB}"/>
              </a:ext>
            </a:extLst>
          </p:cNvPr>
          <p:cNvSpPr/>
          <p:nvPr/>
        </p:nvSpPr>
        <p:spPr>
          <a:xfrm>
            <a:off x="6104259" y="6150317"/>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2" name="Oval 1031">
            <a:extLst>
              <a:ext uri="{FF2B5EF4-FFF2-40B4-BE49-F238E27FC236}">
                <a16:creationId xmlns:a16="http://schemas.microsoft.com/office/drawing/2014/main" id="{F8A0995C-F08A-BECC-D2E9-485D07898D24}"/>
              </a:ext>
            </a:extLst>
          </p:cNvPr>
          <p:cNvSpPr/>
          <p:nvPr/>
        </p:nvSpPr>
        <p:spPr>
          <a:xfrm>
            <a:off x="7075361" y="3788520"/>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3" name="Oval 1032">
            <a:extLst>
              <a:ext uri="{FF2B5EF4-FFF2-40B4-BE49-F238E27FC236}">
                <a16:creationId xmlns:a16="http://schemas.microsoft.com/office/drawing/2014/main" id="{972381D7-FD4A-7B46-DC90-02C961CB501B}"/>
              </a:ext>
            </a:extLst>
          </p:cNvPr>
          <p:cNvSpPr/>
          <p:nvPr/>
        </p:nvSpPr>
        <p:spPr>
          <a:xfrm>
            <a:off x="8884526" y="4144120"/>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4" name="Oval 1033">
            <a:extLst>
              <a:ext uri="{FF2B5EF4-FFF2-40B4-BE49-F238E27FC236}">
                <a16:creationId xmlns:a16="http://schemas.microsoft.com/office/drawing/2014/main" id="{0EE910B5-70E5-EDA2-7859-0B9ECCFCC6A0}"/>
              </a:ext>
            </a:extLst>
          </p:cNvPr>
          <p:cNvSpPr/>
          <p:nvPr/>
        </p:nvSpPr>
        <p:spPr>
          <a:xfrm>
            <a:off x="9792293" y="4804638"/>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5" name="Oval 1034">
            <a:extLst>
              <a:ext uri="{FF2B5EF4-FFF2-40B4-BE49-F238E27FC236}">
                <a16:creationId xmlns:a16="http://schemas.microsoft.com/office/drawing/2014/main" id="{2B40BBA0-BD49-1BD9-0942-17D9F8E78B05}"/>
              </a:ext>
            </a:extLst>
          </p:cNvPr>
          <p:cNvSpPr/>
          <p:nvPr/>
        </p:nvSpPr>
        <p:spPr>
          <a:xfrm>
            <a:off x="10737231" y="5475576"/>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sp>
        <p:nvSpPr>
          <p:cNvPr id="1036" name="Oval 1035">
            <a:extLst>
              <a:ext uri="{FF2B5EF4-FFF2-40B4-BE49-F238E27FC236}">
                <a16:creationId xmlns:a16="http://schemas.microsoft.com/office/drawing/2014/main" id="{A8377364-3985-546F-F57E-573AFF58D5C7}"/>
              </a:ext>
            </a:extLst>
          </p:cNvPr>
          <p:cNvSpPr/>
          <p:nvPr/>
        </p:nvSpPr>
        <p:spPr>
          <a:xfrm>
            <a:off x="11704236" y="4765671"/>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pic>
        <p:nvPicPr>
          <p:cNvPr id="1040" name="Picture 12">
            <a:extLst>
              <a:ext uri="{FF2B5EF4-FFF2-40B4-BE49-F238E27FC236}">
                <a16:creationId xmlns:a16="http://schemas.microsoft.com/office/drawing/2014/main" id="{AAA34BA3-C188-4960-0847-2FF94F6AFE8B}"/>
              </a:ext>
            </a:extLst>
          </p:cNvPr>
          <p:cNvPicPr>
            <a:picLocks noChangeAspect="1" noChangeArrowheads="1"/>
          </p:cNvPicPr>
          <p:nvPr/>
        </p:nvPicPr>
        <p:blipFill>
          <a:blip r:embed="rId20">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10149062" y="1775607"/>
            <a:ext cx="1480203" cy="1947184"/>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040" descr="A blue and black logo&#10;&#10;Description automatically generated">
            <a:extLst>
              <a:ext uri="{FF2B5EF4-FFF2-40B4-BE49-F238E27FC236}">
                <a16:creationId xmlns:a16="http://schemas.microsoft.com/office/drawing/2014/main" id="{185D93DF-2AB5-0449-1BC3-CE3DAA6F7F8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85859" y="2132957"/>
            <a:ext cx="508737" cy="203753"/>
          </a:xfrm>
          <a:prstGeom prst="rect">
            <a:avLst/>
          </a:prstGeom>
        </p:spPr>
      </p:pic>
      <p:sp>
        <p:nvSpPr>
          <p:cNvPr id="1042" name="SCOPE.STEP_COUNT">
            <a:extLst>
              <a:ext uri="{FF2B5EF4-FFF2-40B4-BE49-F238E27FC236}">
                <a16:creationId xmlns:a16="http://schemas.microsoft.com/office/drawing/2014/main" id="{F0599DCD-E460-84E2-3D4F-F4C948CC0854}"/>
              </a:ext>
            </a:extLst>
          </p:cNvPr>
          <p:cNvSpPr txBox="1">
            <a:spLocks/>
          </p:cNvSpPr>
          <p:nvPr/>
        </p:nvSpPr>
        <p:spPr>
          <a:xfrm>
            <a:off x="10545181" y="2669332"/>
            <a:ext cx="822609" cy="7281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800" dirty="0">
                <a:solidFill>
                  <a:srgbClr val="F2E8D9"/>
                </a:solidFill>
                <a:latin typeface="+mj-lt"/>
                <a:cs typeface="+mj-cs"/>
              </a:rPr>
              <a:t>00</a:t>
            </a:r>
          </a:p>
          <a:p>
            <a:pPr algn="ctr"/>
            <a:r>
              <a:rPr lang="en-US" sz="1100" dirty="0">
                <a:solidFill>
                  <a:srgbClr val="F2E8D9"/>
                </a:solidFill>
                <a:latin typeface="+mj-lt"/>
                <a:cs typeface="+mj-cs"/>
              </a:rPr>
              <a:t>Steps</a:t>
            </a:r>
          </a:p>
        </p:txBody>
      </p:sp>
      <p:sp>
        <p:nvSpPr>
          <p:cNvPr id="1044" name="Oval 1043">
            <a:extLst>
              <a:ext uri="{FF2B5EF4-FFF2-40B4-BE49-F238E27FC236}">
                <a16:creationId xmlns:a16="http://schemas.microsoft.com/office/drawing/2014/main" id="{60E0CF8F-2BCD-F56E-753E-7A32A2B0F65C}"/>
              </a:ext>
            </a:extLst>
          </p:cNvPr>
          <p:cNvSpPr/>
          <p:nvPr/>
        </p:nvSpPr>
        <p:spPr>
          <a:xfrm>
            <a:off x="8117466" y="5970410"/>
            <a:ext cx="108000" cy="108000"/>
          </a:xfrm>
          <a:prstGeom prst="ellipse">
            <a:avLst/>
          </a:prstGeom>
          <a:solidFill>
            <a:srgbClr val="0F335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0F3D79"/>
              </a:solidFill>
            </a:endParaRPr>
          </a:p>
        </p:txBody>
      </p:sp>
      <p:pic>
        <p:nvPicPr>
          <p:cNvPr id="2050" name="SCOPE.AGENCY_13" descr="مقيم , خدمة مقيم , اشتراك مقيم , 920001102 - نموذج مقيم">
            <a:extLst>
              <a:ext uri="{FF2B5EF4-FFF2-40B4-BE49-F238E27FC236}">
                <a16:creationId xmlns:a16="http://schemas.microsoft.com/office/drawing/2014/main" id="{F511973B-8C16-00F8-FF02-4FF4D318F2DE}"/>
              </a:ext>
            </a:extLst>
          </p:cNvPr>
          <p:cNvPicPr>
            <a:picLocks noChangeAspect="1" noChangeArrowheads="1"/>
          </p:cNvPicPr>
          <p:nvPr/>
        </p:nvPicPr>
        <p:blipFill>
          <a:blip r:embed="rId21">
            <a:clrChange>
              <a:clrFrom>
                <a:srgbClr val="F5FBF9"/>
              </a:clrFrom>
              <a:clrTo>
                <a:srgbClr val="F5FBF9">
                  <a:alpha val="0"/>
                </a:srgbClr>
              </a:clrTo>
            </a:clrChange>
            <a:extLst>
              <a:ext uri="{28A0092B-C50C-407E-A947-70E740481C1C}">
                <a14:useLocalDpi xmlns:a14="http://schemas.microsoft.com/office/drawing/2010/main" val="0"/>
              </a:ext>
            </a:extLst>
          </a:blip>
          <a:srcRect/>
          <a:stretch>
            <a:fillRect/>
          </a:stretch>
        </p:blipFill>
        <p:spPr bwMode="auto">
          <a:xfrm>
            <a:off x="6361677" y="2259490"/>
            <a:ext cx="1639877" cy="967528"/>
          </a:xfrm>
          <a:prstGeom prst="rect">
            <a:avLst/>
          </a:prstGeom>
          <a:noFill/>
          <a:extLst>
            <a:ext uri="{909E8E84-426E-40DD-AFC4-6F175D3DCCD1}">
              <a14:hiddenFill xmlns:a14="http://schemas.microsoft.com/office/drawing/2010/main">
                <a:solidFill>
                  <a:srgbClr val="FFFFFF"/>
                </a:solidFill>
              </a14:hiddenFill>
            </a:ext>
          </a:extLst>
        </p:spPr>
      </p:pic>
      <p:pic>
        <p:nvPicPr>
          <p:cNvPr id="28" name="Graphic 27" descr="Badge 1 with solid fill">
            <a:extLst>
              <a:ext uri="{FF2B5EF4-FFF2-40B4-BE49-F238E27FC236}">
                <a16:creationId xmlns:a16="http://schemas.microsoft.com/office/drawing/2014/main" id="{43FF9316-2D51-461A-1102-FEF39C25DF9E}"/>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3840349" y="1149329"/>
            <a:ext cx="914400" cy="914400"/>
          </a:xfrm>
          <a:prstGeom prst="rect">
            <a:avLst/>
          </a:prstGeom>
        </p:spPr>
      </p:pic>
      <p:pic>
        <p:nvPicPr>
          <p:cNvPr id="13" name="SCOPE.CLIENT_LOGO">
            <a:extLst>
              <a:ext uri="{FF2B5EF4-FFF2-40B4-BE49-F238E27FC236}">
                <a16:creationId xmlns:a16="http://schemas.microsoft.com/office/drawing/2014/main" id="{A7A77DC5-3858-E430-8B3C-D3CB9B938B08}"/>
              </a:ext>
            </a:extLst>
          </p:cNvPr>
          <p:cNvPicPr>
            <a:picLocks noChangeAspect="1"/>
          </p:cNvPicPr>
          <p:nvPr/>
        </p:nvPicPr>
        <p:blipFill>
          <a:blip r:embed="rId23">
            <a:extLst>
              <a:ext uri="{28A0092B-C50C-407E-A947-70E740481C1C}">
                <a14:useLocalDpi xmlns:a14="http://schemas.microsoft.com/office/drawing/2010/main" val="0"/>
              </a:ext>
            </a:extLst>
          </a:blip>
          <a:srcRect t="37520" b="37520"/>
          <a:stretch>
            <a:fillRect/>
          </a:stretch>
        </p:blipFill>
        <p:spPr>
          <a:xfrm>
            <a:off x="10113839" y="1274424"/>
            <a:ext cx="2042938" cy="509917"/>
          </a:xfrm>
          <a:prstGeom prst="rect">
            <a:avLst/>
          </a:prstGeom>
        </p:spPr>
      </p:pic>
    </p:spTree>
    <p:extLst>
      <p:ext uri="{BB962C8B-B14F-4D97-AF65-F5344CB8AC3E}">
        <p14:creationId xmlns:p14="http://schemas.microsoft.com/office/powerpoint/2010/main" val="25466926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03AC6-7278-DE89-9E4E-9B2A7C042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8119479-6CF6-6520-2B48-B52A15AEEB37}"/>
              </a:ext>
            </a:extLst>
          </p:cNvPr>
          <p:cNvSpPr>
            <a:spLocks noGrp="1"/>
          </p:cNvSpPr>
          <p:nvPr>
            <p:ph type="title"/>
          </p:nvPr>
        </p:nvSpPr>
        <p:spPr>
          <a:xfrm>
            <a:off x="66553" y="271265"/>
            <a:ext cx="9081152" cy="523067"/>
          </a:xfrm>
        </p:spPr>
        <p:txBody>
          <a:bodyPr>
            <a:normAutofit fontScale="90000"/>
          </a:bodyPr>
          <a:lstStyle/>
          <a:p>
            <a:r>
              <a:rPr lang="en-US" sz="3100" dirty="0"/>
              <a:t>Scope of work </a:t>
            </a:r>
            <a:r>
              <a:rPr lang="en-US" sz="2800" dirty="0"/>
              <a:t>| </a:t>
            </a:r>
            <a:r>
              <a:rPr lang="en-US" sz="1800" dirty="0"/>
              <a:t>Issue the resident visa the main General Manager:</a:t>
            </a:r>
            <a:endParaRPr lang="en-US" sz="2000" dirty="0"/>
          </a:p>
        </p:txBody>
      </p:sp>
      <p:sp>
        <p:nvSpPr>
          <p:cNvPr id="3" name="Vertical Text Placeholder 2">
            <a:extLst>
              <a:ext uri="{FF2B5EF4-FFF2-40B4-BE49-F238E27FC236}">
                <a16:creationId xmlns:a16="http://schemas.microsoft.com/office/drawing/2014/main" id="{4A531517-CDCD-8C57-4AF9-4A4D1B14E67A}"/>
              </a:ext>
            </a:extLst>
          </p:cNvPr>
          <p:cNvSpPr>
            <a:spLocks noGrp="1"/>
          </p:cNvSpPr>
          <p:nvPr>
            <p:ph type="body" orient="vert" idx="1"/>
          </p:nvPr>
        </p:nvSpPr>
        <p:spPr>
          <a:xfrm>
            <a:off x="-61033" y="998966"/>
            <a:ext cx="12328539" cy="5292729"/>
          </a:xfrm>
        </p:spPr>
        <p:txBody>
          <a:bodyPr>
            <a:normAutofit/>
          </a:bodyPr>
          <a:lstStyle/>
          <a:p>
            <a:pPr marL="0" indent="0">
              <a:buNone/>
            </a:pPr>
            <a:r>
              <a:rPr lang="en-US" sz="1380" dirty="0"/>
              <a:t>According to Issue the resident visa the main General Manager, So the scope of work is delivered into the following fifteen steps:</a:t>
            </a:r>
          </a:p>
        </p:txBody>
      </p:sp>
      <p:grpSp>
        <p:nvGrpSpPr>
          <p:cNvPr id="33" name="Group 32">
            <a:extLst>
              <a:ext uri="{FF2B5EF4-FFF2-40B4-BE49-F238E27FC236}">
                <a16:creationId xmlns:a16="http://schemas.microsoft.com/office/drawing/2014/main" id="{A946458F-7144-4BD7-2DA2-D51047422FD4}"/>
              </a:ext>
            </a:extLst>
          </p:cNvPr>
          <p:cNvGrpSpPr/>
          <p:nvPr/>
        </p:nvGrpSpPr>
        <p:grpSpPr>
          <a:xfrm>
            <a:off x="1157463" y="4773882"/>
            <a:ext cx="975934" cy="872707"/>
            <a:chOff x="5480972" y="2556161"/>
            <a:chExt cx="3496731" cy="2931163"/>
          </a:xfrm>
        </p:grpSpPr>
        <p:pic>
          <p:nvPicPr>
            <p:cNvPr id="31" name="Graphic 30">
              <a:extLst>
                <a:ext uri="{FF2B5EF4-FFF2-40B4-BE49-F238E27FC236}">
                  <a16:creationId xmlns:a16="http://schemas.microsoft.com/office/drawing/2014/main" id="{55999BD3-38A1-7F01-76D0-8F701EBC76F6}"/>
                </a:ext>
              </a:extLst>
            </p:cNvPr>
            <p:cNvPicPr>
              <a:picLocks noChangeAspect="1"/>
            </p:cNvPicPr>
            <p:nvPr/>
          </p:nvPicPr>
          <p:blipFill>
            <a:blip>
              <a:extLst>
                <a:ext uri="{96DAC541-7B7A-43D3-8B79-37D633B846F1}">
                  <asvg:svgBlip xmlns:asvg="http://schemas.microsoft.com/office/drawing/2016/SVG/main" r:embed="rId2"/>
                </a:ext>
              </a:extLst>
            </a:blip>
            <a:srcRect l="31360"/>
            <a:stretch/>
          </p:blipFill>
          <p:spPr>
            <a:xfrm>
              <a:off x="5480972" y="4035492"/>
              <a:ext cx="3496731" cy="1451832"/>
            </a:xfrm>
            <a:prstGeom prst="rect">
              <a:avLst/>
            </a:prstGeom>
          </p:spPr>
        </p:pic>
        <p:pic>
          <p:nvPicPr>
            <p:cNvPr id="32" name="Graphic 31">
              <a:extLst>
                <a:ext uri="{FF2B5EF4-FFF2-40B4-BE49-F238E27FC236}">
                  <a16:creationId xmlns:a16="http://schemas.microsoft.com/office/drawing/2014/main" id="{883896AE-22CF-9E97-F8CD-1223625EE0C3}"/>
                </a:ext>
              </a:extLst>
            </p:cNvPr>
            <p:cNvPicPr>
              <a:picLocks noChangeAspect="1"/>
            </p:cNvPicPr>
            <p:nvPr/>
          </p:nvPicPr>
          <p:blipFill>
            <a:blip>
              <a:extLst>
                <a:ext uri="{96DAC541-7B7A-43D3-8B79-37D633B846F1}">
                  <asvg:svgBlip xmlns:asvg="http://schemas.microsoft.com/office/drawing/2016/SVG/main" r:embed="rId3"/>
                </a:ext>
              </a:extLst>
            </a:blip>
            <a:srcRect r="72624"/>
            <a:stretch/>
          </p:blipFill>
          <p:spPr>
            <a:xfrm>
              <a:off x="6646322" y="2556161"/>
              <a:ext cx="1322340" cy="1376574"/>
            </a:xfrm>
            <a:prstGeom prst="rect">
              <a:avLst/>
            </a:prstGeom>
          </p:spPr>
        </p:pic>
      </p:grpSp>
      <p:pic>
        <p:nvPicPr>
          <p:cNvPr id="2118" name="Picture 4" descr="الرئيسية | قوى">
            <a:extLst>
              <a:ext uri="{FF2B5EF4-FFF2-40B4-BE49-F238E27FC236}">
                <a16:creationId xmlns:a16="http://schemas.microsoft.com/office/drawing/2014/main" id="{35C1F732-54EC-A44D-4EF5-826955C0383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48913" y="3682395"/>
            <a:ext cx="624642" cy="553998"/>
          </a:xfrm>
          <a:prstGeom prst="rect">
            <a:avLst/>
          </a:prstGeom>
          <a:noFill/>
          <a:extLst>
            <a:ext uri="{909E8E84-426E-40DD-AFC4-6F175D3DCCD1}">
              <a14:hiddenFill xmlns:a14="http://schemas.microsoft.com/office/drawing/2010/main">
                <a:solidFill>
                  <a:srgbClr val="FFFFFF"/>
                </a:solidFill>
              </a14:hiddenFill>
            </a:ext>
          </a:extLst>
        </p:spPr>
      </p:pic>
      <p:pic>
        <p:nvPicPr>
          <p:cNvPr id="2115" name="Picture 2114">
            <a:extLst>
              <a:ext uri="{FF2B5EF4-FFF2-40B4-BE49-F238E27FC236}">
                <a16:creationId xmlns:a16="http://schemas.microsoft.com/office/drawing/2014/main" id="{01E35872-FC3C-81BB-394A-73650F4248CD}"/>
              </a:ext>
            </a:extLst>
          </p:cNvPr>
          <p:cNvPicPr>
            <a:picLocks noChangeAspect="1"/>
          </p:cNvPicPr>
          <p:nvPr/>
        </p:nvPicPr>
        <p:blipFill rotWithShape="1">
          <a:blip r:embed="rId5">
            <a:clrChange>
              <a:clrFrom>
                <a:srgbClr val="FFFFFF"/>
              </a:clrFrom>
              <a:clrTo>
                <a:srgbClr val="FFFFFF">
                  <a:alpha val="0"/>
                </a:srgbClr>
              </a:clrTo>
            </a:clrChange>
          </a:blip>
          <a:srcRect l="40065"/>
          <a:stretch/>
        </p:blipFill>
        <p:spPr>
          <a:xfrm>
            <a:off x="2294705" y="4358658"/>
            <a:ext cx="1266529" cy="898896"/>
          </a:xfrm>
          <a:prstGeom prst="rect">
            <a:avLst/>
          </a:prstGeom>
        </p:spPr>
      </p:pic>
      <p:pic>
        <p:nvPicPr>
          <p:cNvPr id="2116" name="Picture 2115">
            <a:extLst>
              <a:ext uri="{FF2B5EF4-FFF2-40B4-BE49-F238E27FC236}">
                <a16:creationId xmlns:a16="http://schemas.microsoft.com/office/drawing/2014/main" id="{A05BFE57-486E-A211-42B8-B5CE651C9DF8}"/>
              </a:ext>
            </a:extLst>
          </p:cNvPr>
          <p:cNvPicPr>
            <a:picLocks noChangeAspect="1"/>
          </p:cNvPicPr>
          <p:nvPr/>
        </p:nvPicPr>
        <p:blipFill rotWithShape="1">
          <a:blip r:embed="rId5">
            <a:clrChange>
              <a:clrFrom>
                <a:srgbClr val="FFFFFF"/>
              </a:clrFrom>
              <a:clrTo>
                <a:srgbClr val="FFFFFF">
                  <a:alpha val="0"/>
                </a:srgbClr>
              </a:clrTo>
            </a:clrChange>
          </a:blip>
          <a:srcRect r="62032"/>
          <a:stretch/>
        </p:blipFill>
        <p:spPr>
          <a:xfrm>
            <a:off x="2251449" y="3813680"/>
            <a:ext cx="954580" cy="1069451"/>
          </a:xfrm>
          <a:prstGeom prst="rect">
            <a:avLst/>
          </a:prstGeom>
        </p:spPr>
      </p:pic>
      <p:pic>
        <p:nvPicPr>
          <p:cNvPr id="1045" name="Picture 6" descr="شعار Riyadh Chamber غرفة الرياض Download png">
            <a:extLst>
              <a:ext uri="{FF2B5EF4-FFF2-40B4-BE49-F238E27FC236}">
                <a16:creationId xmlns:a16="http://schemas.microsoft.com/office/drawing/2014/main" id="{29253934-4290-43D9-5650-488D679102C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52791" y="3242544"/>
            <a:ext cx="1178172" cy="439851"/>
          </a:xfrm>
          <a:prstGeom prst="rect">
            <a:avLst/>
          </a:prstGeom>
          <a:noFill/>
          <a:extLst>
            <a:ext uri="{909E8E84-426E-40DD-AFC4-6F175D3DCCD1}">
              <a14:hiddenFill xmlns:a14="http://schemas.microsoft.com/office/drawing/2010/main">
                <a:solidFill>
                  <a:srgbClr val="FFFFFF"/>
                </a:solidFill>
              </a14:hiddenFill>
            </a:ext>
          </a:extLst>
        </p:spPr>
      </p:pic>
      <p:pic>
        <p:nvPicPr>
          <p:cNvPr id="1046" name="Picture 2" descr="مقيم , خدمة مقيم , اشتراك مقيم , 920001102 - نموذج مقيم">
            <a:extLst>
              <a:ext uri="{FF2B5EF4-FFF2-40B4-BE49-F238E27FC236}">
                <a16:creationId xmlns:a16="http://schemas.microsoft.com/office/drawing/2014/main" id="{E6256F9A-57F2-DE92-F47B-023428AA2557}"/>
              </a:ext>
            </a:extLst>
          </p:cNvPr>
          <p:cNvPicPr>
            <a:picLocks noChangeAspect="1" noChangeArrowheads="1"/>
          </p:cNvPicPr>
          <p:nvPr/>
        </p:nvPicPr>
        <p:blipFill>
          <a:blip r:embed="rId7">
            <a:clrChange>
              <a:clrFrom>
                <a:srgbClr val="F5FBF9"/>
              </a:clrFrom>
              <a:clrTo>
                <a:srgbClr val="F5FBF9">
                  <a:alpha val="0"/>
                </a:srgbClr>
              </a:clrTo>
            </a:clrChange>
            <a:extLst>
              <a:ext uri="{28A0092B-C50C-407E-A947-70E740481C1C}">
                <a14:useLocalDpi xmlns:a14="http://schemas.microsoft.com/office/drawing/2010/main" val="0"/>
              </a:ext>
            </a:extLst>
          </a:blip>
          <a:srcRect/>
          <a:stretch>
            <a:fillRect/>
          </a:stretch>
        </p:blipFill>
        <p:spPr bwMode="auto">
          <a:xfrm>
            <a:off x="6077773" y="1458683"/>
            <a:ext cx="1639877" cy="967528"/>
          </a:xfrm>
          <a:prstGeom prst="rect">
            <a:avLst/>
          </a:prstGeom>
          <a:noFill/>
          <a:extLst>
            <a:ext uri="{909E8E84-426E-40DD-AFC4-6F175D3DCCD1}">
              <a14:hiddenFill xmlns:a14="http://schemas.microsoft.com/office/drawing/2010/main">
                <a:solidFill>
                  <a:srgbClr val="FFFFFF"/>
                </a:solidFill>
              </a14:hiddenFill>
            </a:ext>
          </a:extLst>
        </p:spPr>
      </p:pic>
      <p:pic>
        <p:nvPicPr>
          <p:cNvPr id="3098" name="Picture 26" descr="KSA Visa">
            <a:extLst>
              <a:ext uri="{FF2B5EF4-FFF2-40B4-BE49-F238E27FC236}">
                <a16:creationId xmlns:a16="http://schemas.microsoft.com/office/drawing/2014/main" id="{45437F7E-71CA-5D53-350D-7508B79E6407}"/>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28290" y="2072640"/>
            <a:ext cx="1169903" cy="1169903"/>
          </a:xfrm>
          <a:prstGeom prst="rect">
            <a:avLst/>
          </a:prstGeom>
          <a:noFill/>
          <a:extLst>
            <a:ext uri="{909E8E84-426E-40DD-AFC4-6F175D3DCCD1}">
              <a14:hiddenFill xmlns:a14="http://schemas.microsoft.com/office/drawing/2010/main">
                <a:solidFill>
                  <a:srgbClr val="FFFFFF"/>
                </a:solidFill>
              </a14:hiddenFill>
            </a:ext>
          </a:extLst>
        </p:spPr>
      </p:pic>
      <p:pic>
        <p:nvPicPr>
          <p:cNvPr id="3100" name="Picture 28" descr="Tasheer :: Welcome">
            <a:extLst>
              <a:ext uri="{FF2B5EF4-FFF2-40B4-BE49-F238E27FC236}">
                <a16:creationId xmlns:a16="http://schemas.microsoft.com/office/drawing/2014/main" id="{3643353F-7BA0-7A17-41A4-98EB4804588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77335" y="2365724"/>
            <a:ext cx="1091609" cy="542575"/>
          </a:xfrm>
          <a:prstGeom prst="rect">
            <a:avLst/>
          </a:prstGeom>
          <a:noFill/>
          <a:extLst>
            <a:ext uri="{909E8E84-426E-40DD-AFC4-6F175D3DCCD1}">
              <a14:hiddenFill xmlns:a14="http://schemas.microsoft.com/office/drawing/2010/main">
                <a:solidFill>
                  <a:srgbClr val="FFFFFF"/>
                </a:solidFill>
              </a14:hiddenFill>
            </a:ext>
          </a:extLst>
        </p:spPr>
      </p:pic>
      <p:sp>
        <p:nvSpPr>
          <p:cNvPr id="1048" name="TextBox 1047">
            <a:extLst>
              <a:ext uri="{FF2B5EF4-FFF2-40B4-BE49-F238E27FC236}">
                <a16:creationId xmlns:a16="http://schemas.microsoft.com/office/drawing/2014/main" id="{AB020D67-AFC0-6830-125D-040178100B8D}"/>
              </a:ext>
            </a:extLst>
          </p:cNvPr>
          <p:cNvSpPr txBox="1"/>
          <p:nvPr/>
        </p:nvSpPr>
        <p:spPr>
          <a:xfrm>
            <a:off x="7051040" y="3184121"/>
            <a:ext cx="5275977" cy="3262432"/>
          </a:xfrm>
          <a:prstGeom prst="rect">
            <a:avLst/>
          </a:prstGeom>
          <a:noFill/>
        </p:spPr>
        <p:txBody>
          <a:bodyPr wrap="square">
            <a:spAutoFit/>
          </a:bodyPr>
          <a:lstStyle/>
          <a:p>
            <a:pPr marL="355600" rtl="0"/>
            <a:r>
              <a:rPr lang="en-US" sz="1400" dirty="0">
                <a:solidFill>
                  <a:srgbClr val="0F3353"/>
                </a:solidFill>
                <a:latin typeface="Lama Sans SemiBold" panose="00000200000000000000" pitchFamily="2" charset="-78"/>
                <a:cs typeface="Lama Sans SemiBold" panose="00000200000000000000" pitchFamily="2" charset="-78"/>
              </a:rPr>
              <a:t>Issue the resident visa the main General Manager Path:</a:t>
            </a:r>
            <a:endParaRPr lang="en-US" sz="1200" dirty="0">
              <a:solidFill>
                <a:srgbClr val="0F3353"/>
              </a:solidFill>
              <a:latin typeface="Lama Sans SemiBold" panose="00000200000000000000" pitchFamily="2" charset="-78"/>
              <a:cs typeface="Lama Sans SemiBold" panose="00000200000000000000" pitchFamily="2" charset="-78"/>
            </a:endParaRPr>
          </a:p>
          <a:p>
            <a:pPr marL="285750" indent="-285750" rtl="0">
              <a:buBlip>
                <a:blip r:embed="rId10"/>
              </a:buBlip>
            </a:pPr>
            <a:r>
              <a:rPr lang="en-US" sz="1200" dirty="0">
                <a:solidFill>
                  <a:srgbClr val="0F3353"/>
                </a:solidFill>
              </a:rPr>
              <a:t>Submit the support letter with MISA.</a:t>
            </a:r>
          </a:p>
          <a:p>
            <a:pPr marL="285750" indent="-285750" rtl="0">
              <a:buBlip>
                <a:blip r:embed="rId10"/>
              </a:buBlip>
            </a:pPr>
            <a:r>
              <a:rPr lang="en-US" sz="1200" dirty="0">
                <a:solidFill>
                  <a:srgbClr val="0F3353"/>
                </a:solidFill>
              </a:rPr>
              <a:t>Get approval from MISA.</a:t>
            </a:r>
          </a:p>
          <a:p>
            <a:pPr marL="285750" indent="-285750" rtl="0">
              <a:buBlip>
                <a:blip r:embed="rId10"/>
              </a:buBlip>
            </a:pPr>
            <a:r>
              <a:rPr lang="en-US" sz="1200" dirty="0">
                <a:solidFill>
                  <a:srgbClr val="0F3353"/>
                </a:solidFill>
              </a:rPr>
              <a:t>Starting the procedures for obtaining the employee's visa HRSD.</a:t>
            </a:r>
          </a:p>
          <a:p>
            <a:pPr marL="285750" indent="-285750" rtl="0">
              <a:buBlip>
                <a:blip r:embed="rId10"/>
              </a:buBlip>
            </a:pPr>
            <a:r>
              <a:rPr lang="en-US" sz="1200" dirty="0">
                <a:solidFill>
                  <a:srgbClr val="0F3353"/>
                </a:solidFill>
              </a:rPr>
              <a:t>Get approval from HRSD.</a:t>
            </a:r>
          </a:p>
          <a:p>
            <a:pPr marL="285750" indent="-285750" rtl="0">
              <a:buBlip>
                <a:blip r:embed="rId10"/>
              </a:buBlip>
            </a:pPr>
            <a:r>
              <a:rPr lang="en-US" sz="1200" dirty="0">
                <a:solidFill>
                  <a:srgbClr val="0F3353"/>
                </a:solidFill>
              </a:rPr>
              <a:t>issue a proof of work visa.</a:t>
            </a:r>
          </a:p>
          <a:p>
            <a:pPr marL="285750" indent="-285750">
              <a:buBlip>
                <a:blip r:embed="rId10"/>
              </a:buBlip>
            </a:pPr>
            <a:r>
              <a:rPr lang="en-US" sz="1200" dirty="0">
                <a:solidFill>
                  <a:srgbClr val="0F3353"/>
                </a:solidFill>
              </a:rPr>
              <a:t>Assistance with Qualification Verification Program</a:t>
            </a:r>
          </a:p>
          <a:p>
            <a:pPr marL="285750" indent="-285750">
              <a:buBlip>
                <a:blip r:embed="rId10"/>
              </a:buBlip>
            </a:pPr>
            <a:r>
              <a:rPr lang="en-US" sz="1200" dirty="0">
                <a:solidFill>
                  <a:srgbClr val="0F3353"/>
                </a:solidFill>
              </a:rPr>
              <a:t>Delegating a manpower office in the employee's country.</a:t>
            </a:r>
          </a:p>
          <a:p>
            <a:pPr marL="285750" indent="-285750" rtl="0">
              <a:buBlip>
                <a:blip r:embed="rId10"/>
              </a:buBlip>
            </a:pPr>
            <a:r>
              <a:rPr lang="en-US" sz="1200" dirty="0">
                <a:solidFill>
                  <a:srgbClr val="0F3353"/>
                </a:solidFill>
              </a:rPr>
              <a:t>Signing the work contract and stamped from MOF.</a:t>
            </a:r>
          </a:p>
          <a:p>
            <a:pPr marL="285750" indent="-285750" rtl="0">
              <a:buBlip>
                <a:blip r:embed="rId10"/>
              </a:buBlip>
            </a:pPr>
            <a:r>
              <a:rPr lang="en-US" sz="1200" dirty="0">
                <a:solidFill>
                  <a:srgbClr val="0F3353"/>
                </a:solidFill>
              </a:rPr>
              <a:t>Issuance the resident visa form the Saudi Embassy.</a:t>
            </a:r>
          </a:p>
          <a:p>
            <a:pPr marL="285750" indent="-285750" rtl="0">
              <a:buBlip>
                <a:blip r:embed="rId10"/>
              </a:buBlip>
            </a:pPr>
            <a:r>
              <a:rPr lang="en-US" sz="1200" dirty="0">
                <a:solidFill>
                  <a:srgbClr val="0F3353"/>
                </a:solidFill>
              </a:rPr>
              <a:t>Stamping the working visa on the passport.</a:t>
            </a:r>
          </a:p>
          <a:p>
            <a:pPr marL="285750" indent="-285750" rtl="0">
              <a:buBlip>
                <a:blip r:embed="rId10"/>
              </a:buBlip>
            </a:pPr>
            <a:r>
              <a:rPr lang="en-US" sz="1200" dirty="0">
                <a:solidFill>
                  <a:srgbClr val="0F3353"/>
                </a:solidFill>
              </a:rPr>
              <a:t>Arrival the Employee to KSA.</a:t>
            </a:r>
          </a:p>
          <a:p>
            <a:pPr marL="285750" indent="-285750" rtl="0">
              <a:buBlip>
                <a:blip r:embed="rId10"/>
              </a:buBlip>
            </a:pPr>
            <a:r>
              <a:rPr lang="en-US" sz="1200" dirty="0">
                <a:solidFill>
                  <a:srgbClr val="0F3353"/>
                </a:solidFill>
              </a:rPr>
              <a:t>medical test examination.</a:t>
            </a:r>
          </a:p>
          <a:p>
            <a:pPr marL="285750" indent="-285750" rtl="0">
              <a:buBlip>
                <a:blip r:embed="rId10"/>
              </a:buBlip>
            </a:pPr>
            <a:r>
              <a:rPr lang="en-US" sz="1200" dirty="0">
                <a:solidFill>
                  <a:srgbClr val="0F3353"/>
                </a:solidFill>
              </a:rPr>
              <a:t>Pay the fees Ministry of Interior.</a:t>
            </a:r>
          </a:p>
          <a:p>
            <a:pPr marL="285750" indent="-285750" rtl="0">
              <a:buBlip>
                <a:blip r:embed="rId10"/>
              </a:buBlip>
            </a:pPr>
            <a:r>
              <a:rPr lang="en-US" sz="1200" dirty="0">
                <a:solidFill>
                  <a:srgbClr val="0F3353"/>
                </a:solidFill>
              </a:rPr>
              <a:t>Issuance of Medical insurance.</a:t>
            </a:r>
          </a:p>
          <a:p>
            <a:pPr marL="285750" indent="-285750" rtl="0">
              <a:buBlip>
                <a:blip r:embed="rId10"/>
              </a:buBlip>
            </a:pPr>
            <a:r>
              <a:rPr lang="en-US" sz="1200" dirty="0">
                <a:solidFill>
                  <a:srgbClr val="0F3353"/>
                </a:solidFill>
              </a:rPr>
              <a:t>Issuance of a work permit from QIWA.</a:t>
            </a:r>
          </a:p>
          <a:p>
            <a:pPr marL="285750" indent="-285750" rtl="0">
              <a:buBlip>
                <a:blip r:embed="rId10"/>
              </a:buBlip>
            </a:pPr>
            <a:r>
              <a:rPr lang="en-US" sz="1200" dirty="0">
                <a:solidFill>
                  <a:srgbClr val="0F3353"/>
                </a:solidFill>
              </a:rPr>
              <a:t>Receipt of residence Iqama (Resident Identity).</a:t>
            </a:r>
          </a:p>
        </p:txBody>
      </p:sp>
      <p:sp>
        <p:nvSpPr>
          <p:cNvPr id="1049" name="Slide Number Placeholder 3">
            <a:extLst>
              <a:ext uri="{FF2B5EF4-FFF2-40B4-BE49-F238E27FC236}">
                <a16:creationId xmlns:a16="http://schemas.microsoft.com/office/drawing/2014/main" id="{4FEBC2CD-87B4-DF6A-6933-442CC220544B}"/>
              </a:ext>
            </a:extLst>
          </p:cNvPr>
          <p:cNvSpPr>
            <a:spLocks noGrp="1"/>
          </p:cNvSpPr>
          <p:nvPr>
            <p:ph type="sldNum" sz="quarter" idx="11"/>
          </p:nvPr>
        </p:nvSpPr>
        <p:spPr>
          <a:xfrm>
            <a:off x="11631249" y="6431780"/>
            <a:ext cx="636257" cy="409279"/>
          </a:xfrm>
        </p:spPr>
        <p:txBody>
          <a:bodyPr/>
          <a:lstStyle/>
          <a:p>
            <a:fld id="{A29190EB-7945-4811-B3CB-0217A9F45703}" type="slidenum">
              <a:rPr lang="en-US" smtClean="0"/>
              <a:pPr/>
              <a:t>15</a:t>
            </a:fld>
            <a:endParaRPr lang="en-US" dirty="0"/>
          </a:p>
        </p:txBody>
      </p:sp>
      <p:grpSp>
        <p:nvGrpSpPr>
          <p:cNvPr id="1051" name="Group 1050">
            <a:extLst>
              <a:ext uri="{FF2B5EF4-FFF2-40B4-BE49-F238E27FC236}">
                <a16:creationId xmlns:a16="http://schemas.microsoft.com/office/drawing/2014/main" id="{3B17C67A-7677-5AA9-C399-0317D840EAFB}"/>
              </a:ext>
            </a:extLst>
          </p:cNvPr>
          <p:cNvGrpSpPr/>
          <p:nvPr/>
        </p:nvGrpSpPr>
        <p:grpSpPr>
          <a:xfrm>
            <a:off x="-1522" y="1704998"/>
            <a:ext cx="12193522" cy="5262961"/>
            <a:chOff x="-1522" y="1704998"/>
            <a:chExt cx="12193522" cy="5262961"/>
          </a:xfrm>
        </p:grpSpPr>
        <p:grpSp>
          <p:nvGrpSpPr>
            <p:cNvPr id="1043" name="Group 1042">
              <a:extLst>
                <a:ext uri="{FF2B5EF4-FFF2-40B4-BE49-F238E27FC236}">
                  <a16:creationId xmlns:a16="http://schemas.microsoft.com/office/drawing/2014/main" id="{0266EEC7-B46F-7806-40C6-3BFBCC0A5067}"/>
                </a:ext>
              </a:extLst>
            </p:cNvPr>
            <p:cNvGrpSpPr/>
            <p:nvPr/>
          </p:nvGrpSpPr>
          <p:grpSpPr>
            <a:xfrm>
              <a:off x="-1522" y="1704998"/>
              <a:ext cx="12193522" cy="5262961"/>
              <a:chOff x="-1522" y="1704998"/>
              <a:chExt cx="12193522" cy="5262961"/>
            </a:xfrm>
          </p:grpSpPr>
          <p:pic>
            <p:nvPicPr>
              <p:cNvPr id="3080" name="Picture 8">
                <a:extLst>
                  <a:ext uri="{FF2B5EF4-FFF2-40B4-BE49-F238E27FC236}">
                    <a16:creationId xmlns:a16="http://schemas.microsoft.com/office/drawing/2014/main" id="{DB1A9DA6-2FE5-F4D4-539A-28BF4FA749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72898" y="1704998"/>
                <a:ext cx="1378571" cy="1378571"/>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900A6F8C-E2DB-58DD-6CED-AF85EDE4A95A}"/>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r="36246" b="8034"/>
              <a:stretch/>
            </p:blipFill>
            <p:spPr bwMode="auto">
              <a:xfrm>
                <a:off x="-1522" y="4795455"/>
                <a:ext cx="1070881" cy="1544773"/>
              </a:xfrm>
              <a:prstGeom prst="rect">
                <a:avLst/>
              </a:prstGeom>
              <a:noFill/>
              <a:extLst>
                <a:ext uri="{909E8E84-426E-40DD-AFC4-6F175D3DCCD1}">
                  <a14:hiddenFill xmlns:a14="http://schemas.microsoft.com/office/drawing/2010/main">
                    <a:solidFill>
                      <a:srgbClr val="FFFFFF"/>
                    </a:solidFill>
                  </a14:hiddenFill>
                </a:ext>
              </a:extLst>
            </p:spPr>
          </p:pic>
          <p:grpSp>
            <p:nvGrpSpPr>
              <p:cNvPr id="1039" name="Group 1038">
                <a:extLst>
                  <a:ext uri="{FF2B5EF4-FFF2-40B4-BE49-F238E27FC236}">
                    <a16:creationId xmlns:a16="http://schemas.microsoft.com/office/drawing/2014/main" id="{D5DC9B8E-A2BE-CBE2-6E3B-5F63A92FD979}"/>
                  </a:ext>
                </a:extLst>
              </p:cNvPr>
              <p:cNvGrpSpPr/>
              <p:nvPr/>
            </p:nvGrpSpPr>
            <p:grpSpPr>
              <a:xfrm>
                <a:off x="203303" y="2190629"/>
                <a:ext cx="11988697" cy="4777330"/>
                <a:chOff x="203303" y="2190629"/>
                <a:chExt cx="11988697" cy="4777330"/>
              </a:xfrm>
            </p:grpSpPr>
            <p:pic>
              <p:nvPicPr>
                <p:cNvPr id="3096" name="Picture 24">
                  <a:extLst>
                    <a:ext uri="{FF2B5EF4-FFF2-40B4-BE49-F238E27FC236}">
                      <a16:creationId xmlns:a16="http://schemas.microsoft.com/office/drawing/2014/main" id="{B4F87254-D30C-EBDB-0DFD-F8383990FB7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3303" y="2190629"/>
                  <a:ext cx="7898976" cy="4777330"/>
                </a:xfrm>
                <a:prstGeom prst="rect">
                  <a:avLst/>
                </a:prstGeom>
                <a:noFill/>
                <a:extLst>
                  <a:ext uri="{909E8E84-426E-40DD-AFC4-6F175D3DCCD1}">
                    <a14:hiddenFill xmlns:a14="http://schemas.microsoft.com/office/drawing/2010/main">
                      <a:solidFill>
                        <a:srgbClr val="FFFFFF"/>
                      </a:solidFill>
                    </a14:hiddenFill>
                  </a:ext>
                </a:extLst>
              </p:spPr>
            </p:pic>
            <p:cxnSp>
              <p:nvCxnSpPr>
                <p:cNvPr id="43" name="Straight Connector 42">
                  <a:extLst>
                    <a:ext uri="{FF2B5EF4-FFF2-40B4-BE49-F238E27FC236}">
                      <a16:creationId xmlns:a16="http://schemas.microsoft.com/office/drawing/2014/main" id="{D3169865-FEED-FBAF-2E53-580B191D4FF0}"/>
                    </a:ext>
                  </a:extLst>
                </p:cNvPr>
                <p:cNvCxnSpPr/>
                <p:nvPr/>
              </p:nvCxnSpPr>
              <p:spPr>
                <a:xfrm>
                  <a:off x="7465671" y="3066131"/>
                  <a:ext cx="4726329" cy="0"/>
                </a:xfrm>
                <a:prstGeom prst="line">
                  <a:avLst/>
                </a:prstGeom>
                <a:ln w="34925">
                  <a:solidFill>
                    <a:srgbClr val="3F5B89"/>
                  </a:solidFill>
                </a:ln>
              </p:spPr>
              <p:style>
                <a:lnRef idx="2">
                  <a:schemeClr val="accent1"/>
                </a:lnRef>
                <a:fillRef idx="0">
                  <a:schemeClr val="accent1"/>
                </a:fillRef>
                <a:effectRef idx="1">
                  <a:schemeClr val="accent1"/>
                </a:effectRef>
                <a:fontRef idx="minor">
                  <a:schemeClr val="tx1"/>
                </a:fontRef>
              </p:style>
            </p:cxnSp>
          </p:grpSp>
        </p:grpSp>
        <p:sp>
          <p:nvSpPr>
            <p:cNvPr id="28" name="Rectangle 27">
              <a:extLst>
                <a:ext uri="{FF2B5EF4-FFF2-40B4-BE49-F238E27FC236}">
                  <a16:creationId xmlns:a16="http://schemas.microsoft.com/office/drawing/2014/main" id="{E78ACE54-CC86-0949-28EC-6179FCE2A794}"/>
                </a:ext>
              </a:extLst>
            </p:cNvPr>
            <p:cNvSpPr/>
            <p:nvPr/>
          </p:nvSpPr>
          <p:spPr>
            <a:xfrm>
              <a:off x="820420" y="5788660"/>
              <a:ext cx="323935" cy="551568"/>
            </a:xfrm>
            <a:prstGeom prst="rect">
              <a:avLst/>
            </a:prstGeom>
            <a:solidFill>
              <a:srgbClr val="F2E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0" name="Rectangle 1049">
              <a:extLst>
                <a:ext uri="{FF2B5EF4-FFF2-40B4-BE49-F238E27FC236}">
                  <a16:creationId xmlns:a16="http://schemas.microsoft.com/office/drawing/2014/main" id="{0DC4834E-476E-7979-3E57-A3DC21ABBEC9}"/>
                </a:ext>
              </a:extLst>
            </p:cNvPr>
            <p:cNvSpPr/>
            <p:nvPr/>
          </p:nvSpPr>
          <p:spPr>
            <a:xfrm>
              <a:off x="725104" y="6090919"/>
              <a:ext cx="323935" cy="263123"/>
            </a:xfrm>
            <a:prstGeom prst="rect">
              <a:avLst/>
            </a:prstGeom>
            <a:solidFill>
              <a:srgbClr val="F2E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53" name="Straight Arrow Connector 1052">
            <a:extLst>
              <a:ext uri="{FF2B5EF4-FFF2-40B4-BE49-F238E27FC236}">
                <a16:creationId xmlns:a16="http://schemas.microsoft.com/office/drawing/2014/main" id="{5328ADBA-77F8-B0DA-B83D-9B2B5933F853}"/>
              </a:ext>
            </a:extLst>
          </p:cNvPr>
          <p:cNvCxnSpPr>
            <a:cxnSpLocks/>
          </p:cNvCxnSpPr>
          <p:nvPr/>
        </p:nvCxnSpPr>
        <p:spPr>
          <a:xfrm flipV="1">
            <a:off x="714914" y="2348720"/>
            <a:ext cx="3538094" cy="2306650"/>
          </a:xfrm>
          <a:prstGeom prst="straightConnector1">
            <a:avLst/>
          </a:prstGeom>
          <a:ln w="34925">
            <a:solidFill>
              <a:srgbClr val="3C5682"/>
            </a:solidFill>
            <a:tailEnd type="triangle"/>
          </a:ln>
        </p:spPr>
        <p:style>
          <a:lnRef idx="2">
            <a:schemeClr val="accent1"/>
          </a:lnRef>
          <a:fillRef idx="0">
            <a:schemeClr val="accent1"/>
          </a:fillRef>
          <a:effectRef idx="1">
            <a:schemeClr val="accent1"/>
          </a:effectRef>
          <a:fontRef idx="minor">
            <a:schemeClr val="tx1"/>
          </a:fontRef>
        </p:style>
      </p:cxnSp>
      <p:sp>
        <p:nvSpPr>
          <p:cNvPr id="47" name="Rectangle 46">
            <a:extLst>
              <a:ext uri="{FF2B5EF4-FFF2-40B4-BE49-F238E27FC236}">
                <a16:creationId xmlns:a16="http://schemas.microsoft.com/office/drawing/2014/main" id="{DF61BEB9-A6F2-6AA0-722F-01734FEA8062}"/>
              </a:ext>
            </a:extLst>
          </p:cNvPr>
          <p:cNvSpPr/>
          <p:nvPr/>
        </p:nvSpPr>
        <p:spPr>
          <a:xfrm>
            <a:off x="9790014" y="1194980"/>
            <a:ext cx="746651" cy="1117690"/>
          </a:xfrm>
          <a:prstGeom prst="rect">
            <a:avLst/>
          </a:prstGeom>
          <a:solidFill>
            <a:srgbClr val="F2E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7" name="Picture 1036">
            <a:extLst>
              <a:ext uri="{FF2B5EF4-FFF2-40B4-BE49-F238E27FC236}">
                <a16:creationId xmlns:a16="http://schemas.microsoft.com/office/drawing/2014/main" id="{A7C50261-A560-78C6-E60C-37046DBC3998}"/>
              </a:ext>
            </a:extLst>
          </p:cNvPr>
          <p:cNvPicPr>
            <a:picLocks noChangeAspect="1"/>
          </p:cNvPicPr>
          <p:nvPr/>
        </p:nvPicPr>
        <p:blipFill rotWithShape="1">
          <a:blip r:embed="rId14">
            <a:clrChange>
              <a:clrFrom>
                <a:srgbClr val="FFFFFF"/>
              </a:clrFrom>
              <a:clrTo>
                <a:srgbClr val="FFFFFF">
                  <a:alpha val="0"/>
                </a:srgbClr>
              </a:clrTo>
            </a:clrChange>
          </a:blip>
          <a:srcRect l="15496" r="11484"/>
          <a:stretch/>
        </p:blipFill>
        <p:spPr>
          <a:xfrm>
            <a:off x="9790014" y="1350203"/>
            <a:ext cx="1227078" cy="1688087"/>
          </a:xfrm>
          <a:prstGeom prst="rect">
            <a:avLst/>
          </a:prstGeom>
        </p:spPr>
      </p:pic>
      <p:pic>
        <p:nvPicPr>
          <p:cNvPr id="3102" name="Picture 30">
            <a:extLst>
              <a:ext uri="{FF2B5EF4-FFF2-40B4-BE49-F238E27FC236}">
                <a16:creationId xmlns:a16="http://schemas.microsoft.com/office/drawing/2014/main" id="{E1036742-73C1-9FDE-C573-36DE408F513F}"/>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0873491" y="1694571"/>
            <a:ext cx="1227078" cy="1237390"/>
          </a:xfrm>
          <a:prstGeom prst="rect">
            <a:avLst/>
          </a:prstGeom>
          <a:noFill/>
          <a:extLst>
            <a:ext uri="{909E8E84-426E-40DD-AFC4-6F175D3DCCD1}">
              <a14:hiddenFill xmlns:a14="http://schemas.microsoft.com/office/drawing/2010/main">
                <a:solidFill>
                  <a:srgbClr val="FFFFFF"/>
                </a:solidFill>
              </a14:hiddenFill>
            </a:ext>
          </a:extLst>
        </p:spPr>
      </p:pic>
      <p:sp>
        <p:nvSpPr>
          <p:cNvPr id="1055" name="Slide Number Placeholder 3">
            <a:extLst>
              <a:ext uri="{FF2B5EF4-FFF2-40B4-BE49-F238E27FC236}">
                <a16:creationId xmlns:a16="http://schemas.microsoft.com/office/drawing/2014/main" id="{71EA14E9-B324-291C-8248-D4B13397CE9B}"/>
              </a:ext>
            </a:extLst>
          </p:cNvPr>
          <p:cNvSpPr txBox="1">
            <a:spLocks/>
          </p:cNvSpPr>
          <p:nvPr/>
        </p:nvSpPr>
        <p:spPr>
          <a:xfrm>
            <a:off x="1559838" y="1794650"/>
            <a:ext cx="822609" cy="728130"/>
          </a:xfrm>
          <a:prstGeom prst="rect">
            <a:avLst/>
          </a:prstGeom>
        </p:spPr>
        <p:txBody>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dirty="0">
                <a:solidFill>
                  <a:srgbClr val="0F3353"/>
                </a:solidFill>
                <a:latin typeface="+mj-lt"/>
                <a:cs typeface="+mj-cs"/>
              </a:rPr>
              <a:t>15</a:t>
            </a:r>
          </a:p>
          <a:p>
            <a:pPr algn="ctr"/>
            <a:r>
              <a:rPr lang="en-US" sz="1200" dirty="0">
                <a:solidFill>
                  <a:srgbClr val="0F3353"/>
                </a:solidFill>
                <a:latin typeface="+mj-lt"/>
                <a:cs typeface="+mj-cs"/>
              </a:rPr>
              <a:t>Steps</a:t>
            </a:r>
          </a:p>
        </p:txBody>
      </p:sp>
      <p:pic>
        <p:nvPicPr>
          <p:cNvPr id="1056" name="Graphic 1055" descr="Badge with solid fill">
            <a:extLst>
              <a:ext uri="{FF2B5EF4-FFF2-40B4-BE49-F238E27FC236}">
                <a16:creationId xmlns:a16="http://schemas.microsoft.com/office/drawing/2014/main" id="{C58BB362-4FED-CD11-6284-8F27181286E1}"/>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10233" y="1197209"/>
            <a:ext cx="914400" cy="914400"/>
          </a:xfrm>
          <a:prstGeom prst="rect">
            <a:avLst/>
          </a:prstGeom>
        </p:spPr>
      </p:pic>
      <p:sp>
        <p:nvSpPr>
          <p:cNvPr id="1059" name="TextBox 1058">
            <a:extLst>
              <a:ext uri="{FF2B5EF4-FFF2-40B4-BE49-F238E27FC236}">
                <a16:creationId xmlns:a16="http://schemas.microsoft.com/office/drawing/2014/main" id="{E42706A7-F592-AAD6-C771-40F567D4754F}"/>
              </a:ext>
            </a:extLst>
          </p:cNvPr>
          <p:cNvSpPr txBox="1"/>
          <p:nvPr/>
        </p:nvSpPr>
        <p:spPr>
          <a:xfrm>
            <a:off x="437322" y="1533620"/>
            <a:ext cx="6746240" cy="276999"/>
          </a:xfrm>
          <a:prstGeom prst="rect">
            <a:avLst/>
          </a:prstGeom>
          <a:noFill/>
        </p:spPr>
        <p:txBody>
          <a:bodyPr wrap="square">
            <a:spAutoFit/>
          </a:bodyPr>
          <a:lstStyle/>
          <a:p>
            <a:pPr marL="355600" rtl="0"/>
            <a:r>
              <a:rPr lang="en-US" sz="1200" dirty="0">
                <a:solidFill>
                  <a:srgbClr val="0F3353"/>
                </a:solidFill>
                <a:latin typeface="Lama Sans SemiBold" panose="00000200000000000000" pitchFamily="2" charset="-78"/>
                <a:cs typeface="Lama Sans SemiBold" panose="00000200000000000000" pitchFamily="2" charset="-78"/>
              </a:rPr>
              <a:t>Resident visa the main General Manager Path:</a:t>
            </a:r>
          </a:p>
        </p:txBody>
      </p:sp>
    </p:spTree>
    <p:extLst>
      <p:ext uri="{BB962C8B-B14F-4D97-AF65-F5344CB8AC3E}">
        <p14:creationId xmlns:p14="http://schemas.microsoft.com/office/powerpoint/2010/main" val="54593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ED78FD-1E5E-CF6A-AEDA-A96526ED9718}"/>
              </a:ext>
            </a:extLst>
          </p:cNvPr>
          <p:cNvSpPr>
            <a:spLocks noGrp="1"/>
          </p:cNvSpPr>
          <p:nvPr>
            <p:ph type="title"/>
          </p:nvPr>
        </p:nvSpPr>
        <p:spPr/>
        <p:txBody>
          <a:bodyPr/>
          <a:lstStyle/>
          <a:p>
            <a:pPr algn="ctr"/>
            <a:r>
              <a:rPr lang="en-US" dirty="0"/>
              <a:t>Time Frame</a:t>
            </a:r>
          </a:p>
        </p:txBody>
      </p:sp>
    </p:spTree>
    <p:extLst>
      <p:ext uri="{BB962C8B-B14F-4D97-AF65-F5344CB8AC3E}">
        <p14:creationId xmlns:p14="http://schemas.microsoft.com/office/powerpoint/2010/main" val="371330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B3840-CA84-B3F0-AF50-3F2E4E172451}"/>
              </a:ext>
            </a:extLst>
          </p:cNvPr>
          <p:cNvSpPr>
            <a:spLocks noGrp="1"/>
          </p:cNvSpPr>
          <p:nvPr>
            <p:ph type="title"/>
          </p:nvPr>
        </p:nvSpPr>
        <p:spPr>
          <a:xfrm>
            <a:off x="66553" y="213885"/>
            <a:ext cx="8194876" cy="719843"/>
          </a:xfrm>
        </p:spPr>
        <p:txBody>
          <a:bodyPr>
            <a:normAutofit/>
          </a:bodyPr>
          <a:lstStyle/>
          <a:p>
            <a:r>
              <a:rPr lang="en-US" sz="2800" dirty="0"/>
              <a:t>Time Frame:</a:t>
            </a:r>
          </a:p>
        </p:txBody>
      </p:sp>
      <p:sp>
        <p:nvSpPr>
          <p:cNvPr id="4" name="Slide Number Placeholder 3">
            <a:extLst>
              <a:ext uri="{FF2B5EF4-FFF2-40B4-BE49-F238E27FC236}">
                <a16:creationId xmlns:a16="http://schemas.microsoft.com/office/drawing/2014/main" id="{6E17B742-B6AF-3898-D93A-65131482687F}"/>
              </a:ext>
            </a:extLst>
          </p:cNvPr>
          <p:cNvSpPr>
            <a:spLocks noGrp="1"/>
          </p:cNvSpPr>
          <p:nvPr>
            <p:ph type="sldNum" sz="quarter" idx="11"/>
          </p:nvPr>
        </p:nvSpPr>
        <p:spPr/>
        <p:txBody>
          <a:bodyPr/>
          <a:lstStyle/>
          <a:p>
            <a:fld id="{A29190EB-7945-4811-B3CB-0217A9F45703}" type="slidenum">
              <a:rPr lang="en-US" smtClean="0"/>
              <a:pPr/>
              <a:t>17</a:t>
            </a:fld>
            <a:endParaRPr lang="en-US" dirty="0"/>
          </a:p>
        </p:txBody>
      </p:sp>
      <p:sp>
        <p:nvSpPr>
          <p:cNvPr id="12" name="TextBox 11">
            <a:extLst>
              <a:ext uri="{FF2B5EF4-FFF2-40B4-BE49-F238E27FC236}">
                <a16:creationId xmlns:a16="http://schemas.microsoft.com/office/drawing/2014/main" id="{AB8225DC-050A-3C90-E084-5E06C96FF0B8}"/>
              </a:ext>
            </a:extLst>
          </p:cNvPr>
          <p:cNvSpPr txBox="1"/>
          <p:nvPr/>
        </p:nvSpPr>
        <p:spPr>
          <a:xfrm>
            <a:off x="66553" y="815756"/>
            <a:ext cx="10327513" cy="307777"/>
          </a:xfrm>
          <a:prstGeom prst="rect">
            <a:avLst/>
          </a:prstGeom>
          <a:noFill/>
        </p:spPr>
        <p:txBody>
          <a:bodyPr wrap="square">
            <a:spAutoFit/>
          </a:bodyPr>
          <a:lstStyle/>
          <a:p>
            <a:r>
              <a:rPr lang="en-US" sz="1400" dirty="0"/>
              <a:t>We expect and plan for the mission to be delivered according to the Scope of Work in this Time Frame:</a:t>
            </a:r>
          </a:p>
        </p:txBody>
      </p:sp>
      <p:grpSp>
        <p:nvGrpSpPr>
          <p:cNvPr id="9" name="TIMEFRAME.OLD_01">
            <a:extLst>
              <a:ext uri="{FF2B5EF4-FFF2-40B4-BE49-F238E27FC236}">
                <a16:creationId xmlns:a16="http://schemas.microsoft.com/office/drawing/2014/main" id="{BD253A29-B2D3-1060-AB14-03D3F1C1C423}"/>
              </a:ext>
            </a:extLst>
          </p:cNvPr>
          <p:cNvGrpSpPr/>
          <p:nvPr/>
        </p:nvGrpSpPr>
        <p:grpSpPr>
          <a:xfrm>
            <a:off x="66553" y="3895992"/>
            <a:ext cx="12125447" cy="2653593"/>
            <a:chOff x="66553" y="3895992"/>
            <a:chExt cx="12125447" cy="2653593"/>
          </a:xfrm>
        </p:grpSpPr>
        <p:grpSp>
          <p:nvGrpSpPr>
            <p:cNvPr id="10" name="Group 9">
              <a:extLst>
                <a:ext uri="{FF2B5EF4-FFF2-40B4-BE49-F238E27FC236}">
                  <a16:creationId xmlns:a16="http://schemas.microsoft.com/office/drawing/2014/main" id="{920CF80E-49FB-2A9B-FF87-A1E006E6422B}"/>
                </a:ext>
              </a:extLst>
            </p:cNvPr>
            <p:cNvGrpSpPr/>
            <p:nvPr/>
          </p:nvGrpSpPr>
          <p:grpSpPr>
            <a:xfrm>
              <a:off x="66553" y="3895992"/>
              <a:ext cx="12125447" cy="2653593"/>
              <a:chOff x="1483873" y="3930717"/>
              <a:chExt cx="9566437" cy="2275208"/>
            </a:xfrm>
          </p:grpSpPr>
          <p:pic>
            <p:nvPicPr>
              <p:cNvPr id="1028" name="TIMEFRAME.OLD_03">
                <a:extLst>
                  <a:ext uri="{FF2B5EF4-FFF2-40B4-BE49-F238E27FC236}">
                    <a16:creationId xmlns:a16="http://schemas.microsoft.com/office/drawing/2014/main" id="{8B2BA818-DC2C-5351-8867-2640DFE7A19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1234"/>
              <a:stretch/>
            </p:blipFill>
            <p:spPr bwMode="auto">
              <a:xfrm>
                <a:off x="1483873" y="4210351"/>
                <a:ext cx="5328407" cy="1995574"/>
              </a:xfrm>
              <a:prstGeom prst="rect">
                <a:avLst/>
              </a:prstGeom>
              <a:noFill/>
              <a:extLst>
                <a:ext uri="{909E8E84-426E-40DD-AFC4-6F175D3DCCD1}">
                  <a14:hiddenFill xmlns:a14="http://schemas.microsoft.com/office/drawing/2010/main">
                    <a:solidFill>
                      <a:srgbClr val="FFFFFF"/>
                    </a:solidFill>
                  </a14:hiddenFill>
                </a:ext>
              </a:extLst>
            </p:spPr>
          </p:pic>
          <p:pic>
            <p:nvPicPr>
              <p:cNvPr id="1030" name="TIMEFRAME.OLD_04">
                <a:extLst>
                  <a:ext uri="{FF2B5EF4-FFF2-40B4-BE49-F238E27FC236}">
                    <a16:creationId xmlns:a16="http://schemas.microsoft.com/office/drawing/2014/main" id="{834A9B94-834D-C16C-159C-A952CEF13E9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4952" y="3930717"/>
                <a:ext cx="4245358" cy="2132085"/>
              </a:xfrm>
              <a:prstGeom prst="rect">
                <a:avLst/>
              </a:prstGeom>
              <a:noFill/>
              <a:extLst>
                <a:ext uri="{909E8E84-426E-40DD-AFC4-6F175D3DCCD1}">
                  <a14:hiddenFill xmlns:a14="http://schemas.microsoft.com/office/drawing/2010/main">
                    <a:solidFill>
                      <a:srgbClr val="FFFFFF"/>
                    </a:solidFill>
                  </a14:hiddenFill>
                </a:ext>
              </a:extLst>
            </p:spPr>
          </p:pic>
        </p:grpSp>
        <p:sp>
          <p:nvSpPr>
            <p:cNvPr id="17" name="Arc 16">
              <a:extLst>
                <a:ext uri="{FF2B5EF4-FFF2-40B4-BE49-F238E27FC236}">
                  <a16:creationId xmlns:a16="http://schemas.microsoft.com/office/drawing/2014/main" id="{E3688BA0-F026-32C0-CBFF-C397D3AC3C72}"/>
                </a:ext>
              </a:extLst>
            </p:cNvPr>
            <p:cNvSpPr/>
            <p:nvPr/>
          </p:nvSpPr>
          <p:spPr>
            <a:xfrm>
              <a:off x="647242" y="5104435"/>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36" name="TIMEFRAME.OLD_07">
              <a:extLst>
                <a:ext uri="{FF2B5EF4-FFF2-40B4-BE49-F238E27FC236}">
                  <a16:creationId xmlns:a16="http://schemas.microsoft.com/office/drawing/2014/main" id="{C9155149-8FBD-2597-A217-DE8D16DF50E3}"/>
                </a:ext>
              </a:extLst>
            </p:cNvPr>
            <p:cNvSpPr txBox="1"/>
            <p:nvPr/>
          </p:nvSpPr>
          <p:spPr>
            <a:xfrm>
              <a:off x="647242" y="5280519"/>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39" name="Arc 38">
              <a:extLst>
                <a:ext uri="{FF2B5EF4-FFF2-40B4-BE49-F238E27FC236}">
                  <a16:creationId xmlns:a16="http://schemas.microsoft.com/office/drawing/2014/main" id="{D7562287-C0E8-A8B6-848F-8E1868427D07}"/>
                </a:ext>
              </a:extLst>
            </p:cNvPr>
            <p:cNvSpPr/>
            <p:nvPr/>
          </p:nvSpPr>
          <p:spPr>
            <a:xfrm>
              <a:off x="1347985" y="507141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0" name="TIMEFRAME.OLD_08">
              <a:extLst>
                <a:ext uri="{FF2B5EF4-FFF2-40B4-BE49-F238E27FC236}">
                  <a16:creationId xmlns:a16="http://schemas.microsoft.com/office/drawing/2014/main" id="{1284F5C3-4BBC-31B1-E747-C831F2F848AE}"/>
                </a:ext>
              </a:extLst>
            </p:cNvPr>
            <p:cNvSpPr txBox="1"/>
            <p:nvPr/>
          </p:nvSpPr>
          <p:spPr>
            <a:xfrm>
              <a:off x="1347985" y="5247496"/>
              <a:ext cx="795237" cy="307777"/>
            </a:xfrm>
            <a:prstGeom prst="rect">
              <a:avLst/>
            </a:prstGeom>
            <a:noFill/>
            <a:ln>
              <a:noFill/>
            </a:ln>
          </p:spPr>
          <p:txBody>
            <a:bodyPr wrap="square" rtlCol="0">
              <a:spAutoFit/>
            </a:bodyPr>
            <a:lstStyle/>
            <a:p>
              <a:r>
                <a:rPr lang="en-US" sz="1400" dirty="0"/>
                <a:t>05 </a:t>
              </a:r>
              <a:r>
                <a:rPr lang="en-US" sz="800" dirty="0"/>
                <a:t>Days</a:t>
              </a:r>
              <a:endParaRPr lang="en-US" sz="1400" dirty="0"/>
            </a:p>
          </p:txBody>
        </p:sp>
        <p:sp>
          <p:nvSpPr>
            <p:cNvPr id="41" name="Arc 40">
              <a:extLst>
                <a:ext uri="{FF2B5EF4-FFF2-40B4-BE49-F238E27FC236}">
                  <a16:creationId xmlns:a16="http://schemas.microsoft.com/office/drawing/2014/main" id="{C535E6A3-D46F-BAD0-F360-50B5D261155A}"/>
                </a:ext>
              </a:extLst>
            </p:cNvPr>
            <p:cNvSpPr/>
            <p:nvPr/>
          </p:nvSpPr>
          <p:spPr>
            <a:xfrm>
              <a:off x="2048728" y="5063824"/>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2" name="TIMEFRAME.OLD_09">
              <a:extLst>
                <a:ext uri="{FF2B5EF4-FFF2-40B4-BE49-F238E27FC236}">
                  <a16:creationId xmlns:a16="http://schemas.microsoft.com/office/drawing/2014/main" id="{924F464B-EB4D-F719-64ED-81D66022BFF9}"/>
                </a:ext>
              </a:extLst>
            </p:cNvPr>
            <p:cNvSpPr txBox="1"/>
            <p:nvPr/>
          </p:nvSpPr>
          <p:spPr>
            <a:xfrm>
              <a:off x="2048728" y="5239908"/>
              <a:ext cx="795237" cy="307777"/>
            </a:xfrm>
            <a:prstGeom prst="rect">
              <a:avLst/>
            </a:prstGeom>
            <a:noFill/>
            <a:ln>
              <a:noFill/>
            </a:ln>
          </p:spPr>
          <p:txBody>
            <a:bodyPr wrap="square" rtlCol="0">
              <a:spAutoFit/>
            </a:bodyPr>
            <a:lstStyle/>
            <a:p>
              <a:r>
                <a:rPr lang="en-US" sz="1400" dirty="0"/>
                <a:t>05 </a:t>
              </a:r>
              <a:r>
                <a:rPr lang="en-US" sz="800" dirty="0"/>
                <a:t>Days</a:t>
              </a:r>
              <a:endParaRPr lang="en-US" sz="1400" dirty="0"/>
            </a:p>
          </p:txBody>
        </p:sp>
        <p:sp>
          <p:nvSpPr>
            <p:cNvPr id="43" name="Arc 42">
              <a:extLst>
                <a:ext uri="{FF2B5EF4-FFF2-40B4-BE49-F238E27FC236}">
                  <a16:creationId xmlns:a16="http://schemas.microsoft.com/office/drawing/2014/main" id="{64D6CB53-A538-59E1-52E5-97C9A5B35E14}"/>
                </a:ext>
              </a:extLst>
            </p:cNvPr>
            <p:cNvSpPr/>
            <p:nvPr/>
          </p:nvSpPr>
          <p:spPr>
            <a:xfrm>
              <a:off x="2763230" y="507141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4" name="TIMEFRAME.OLD_10">
              <a:extLst>
                <a:ext uri="{FF2B5EF4-FFF2-40B4-BE49-F238E27FC236}">
                  <a16:creationId xmlns:a16="http://schemas.microsoft.com/office/drawing/2014/main" id="{0D1D373B-2073-4C53-EF86-1B5BD7C2DD9D}"/>
                </a:ext>
              </a:extLst>
            </p:cNvPr>
            <p:cNvSpPr txBox="1"/>
            <p:nvPr/>
          </p:nvSpPr>
          <p:spPr>
            <a:xfrm>
              <a:off x="2763230" y="5247496"/>
              <a:ext cx="795237" cy="307777"/>
            </a:xfrm>
            <a:prstGeom prst="rect">
              <a:avLst/>
            </a:prstGeom>
            <a:noFill/>
            <a:ln>
              <a:noFill/>
            </a:ln>
          </p:spPr>
          <p:txBody>
            <a:bodyPr wrap="square" rtlCol="0">
              <a:spAutoFit/>
            </a:bodyPr>
            <a:lstStyle/>
            <a:p>
              <a:r>
                <a:rPr lang="en-US" sz="1400" dirty="0"/>
                <a:t>02 </a:t>
              </a:r>
              <a:r>
                <a:rPr lang="en-US" sz="800" dirty="0"/>
                <a:t>Days</a:t>
              </a:r>
              <a:endParaRPr lang="en-US" sz="1400" dirty="0"/>
            </a:p>
          </p:txBody>
        </p:sp>
        <p:sp>
          <p:nvSpPr>
            <p:cNvPr id="45" name="Arc 44">
              <a:extLst>
                <a:ext uri="{FF2B5EF4-FFF2-40B4-BE49-F238E27FC236}">
                  <a16:creationId xmlns:a16="http://schemas.microsoft.com/office/drawing/2014/main" id="{1E92DA51-548E-C706-FB7E-6EBB4D013905}"/>
                </a:ext>
              </a:extLst>
            </p:cNvPr>
            <p:cNvSpPr/>
            <p:nvPr/>
          </p:nvSpPr>
          <p:spPr>
            <a:xfrm>
              <a:off x="3503292" y="5079064"/>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6" name="TIMEFRAME.OLD_11">
              <a:extLst>
                <a:ext uri="{FF2B5EF4-FFF2-40B4-BE49-F238E27FC236}">
                  <a16:creationId xmlns:a16="http://schemas.microsoft.com/office/drawing/2014/main" id="{B57DDB36-9BF0-5915-3EDE-03DE1C7A7A42}"/>
                </a:ext>
              </a:extLst>
            </p:cNvPr>
            <p:cNvSpPr txBox="1"/>
            <p:nvPr/>
          </p:nvSpPr>
          <p:spPr>
            <a:xfrm>
              <a:off x="3503292" y="5255148"/>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47" name="Arc 46">
              <a:extLst>
                <a:ext uri="{FF2B5EF4-FFF2-40B4-BE49-F238E27FC236}">
                  <a16:creationId xmlns:a16="http://schemas.microsoft.com/office/drawing/2014/main" id="{ACEE2E6C-65B4-479C-F47C-D7BED4C8F19C}"/>
                </a:ext>
              </a:extLst>
            </p:cNvPr>
            <p:cNvSpPr/>
            <p:nvPr/>
          </p:nvSpPr>
          <p:spPr>
            <a:xfrm>
              <a:off x="4217794" y="5096567"/>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48" name="TIMEFRAME.OLD_12">
              <a:extLst>
                <a:ext uri="{FF2B5EF4-FFF2-40B4-BE49-F238E27FC236}">
                  <a16:creationId xmlns:a16="http://schemas.microsoft.com/office/drawing/2014/main" id="{B4CADB06-D16F-77AB-81B1-0F68529AB623}"/>
                </a:ext>
              </a:extLst>
            </p:cNvPr>
            <p:cNvSpPr txBox="1"/>
            <p:nvPr/>
          </p:nvSpPr>
          <p:spPr>
            <a:xfrm>
              <a:off x="4217794" y="5272651"/>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49" name="Arc 48">
              <a:extLst>
                <a:ext uri="{FF2B5EF4-FFF2-40B4-BE49-F238E27FC236}">
                  <a16:creationId xmlns:a16="http://schemas.microsoft.com/office/drawing/2014/main" id="{AA8CB5B5-83E3-5132-7083-4F5EC89F5B6D}"/>
                </a:ext>
              </a:extLst>
            </p:cNvPr>
            <p:cNvSpPr/>
            <p:nvPr/>
          </p:nvSpPr>
          <p:spPr>
            <a:xfrm>
              <a:off x="4918537" y="511423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0" name="TIMEFRAME.OLD_13">
              <a:extLst>
                <a:ext uri="{FF2B5EF4-FFF2-40B4-BE49-F238E27FC236}">
                  <a16:creationId xmlns:a16="http://schemas.microsoft.com/office/drawing/2014/main" id="{31D9DE4D-38D3-8634-72A4-5A84B9862E01}"/>
                </a:ext>
              </a:extLst>
            </p:cNvPr>
            <p:cNvSpPr txBox="1"/>
            <p:nvPr/>
          </p:nvSpPr>
          <p:spPr>
            <a:xfrm>
              <a:off x="4918537" y="5290316"/>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51" name="Arc 50">
              <a:extLst>
                <a:ext uri="{FF2B5EF4-FFF2-40B4-BE49-F238E27FC236}">
                  <a16:creationId xmlns:a16="http://schemas.microsoft.com/office/drawing/2014/main" id="{13DAA2ED-9F3A-D0BF-41C3-10B1DC62C1AC}"/>
                </a:ext>
              </a:extLst>
            </p:cNvPr>
            <p:cNvSpPr/>
            <p:nvPr/>
          </p:nvSpPr>
          <p:spPr>
            <a:xfrm>
              <a:off x="5634541" y="5096567"/>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2" name="TIMEFRAME.OLD_14">
              <a:extLst>
                <a:ext uri="{FF2B5EF4-FFF2-40B4-BE49-F238E27FC236}">
                  <a16:creationId xmlns:a16="http://schemas.microsoft.com/office/drawing/2014/main" id="{25A223D2-AB91-D8DF-A896-900953CC588F}"/>
                </a:ext>
              </a:extLst>
            </p:cNvPr>
            <p:cNvSpPr txBox="1"/>
            <p:nvPr/>
          </p:nvSpPr>
          <p:spPr>
            <a:xfrm>
              <a:off x="5634541" y="5272651"/>
              <a:ext cx="795237" cy="307777"/>
            </a:xfrm>
            <a:prstGeom prst="rect">
              <a:avLst/>
            </a:prstGeom>
            <a:noFill/>
            <a:ln>
              <a:noFill/>
            </a:ln>
          </p:spPr>
          <p:txBody>
            <a:bodyPr wrap="square" rtlCol="0">
              <a:spAutoFit/>
            </a:bodyPr>
            <a:lstStyle/>
            <a:p>
              <a:r>
                <a:rPr lang="en-US" sz="1400" dirty="0"/>
                <a:t>03 </a:t>
              </a:r>
              <a:r>
                <a:rPr lang="en-US" sz="800" dirty="0"/>
                <a:t>Days</a:t>
              </a:r>
              <a:endParaRPr lang="en-US" sz="1400" dirty="0"/>
            </a:p>
          </p:txBody>
        </p:sp>
        <p:sp>
          <p:nvSpPr>
            <p:cNvPr id="53" name="Arc 52">
              <a:extLst>
                <a:ext uri="{FF2B5EF4-FFF2-40B4-BE49-F238E27FC236}">
                  <a16:creationId xmlns:a16="http://schemas.microsoft.com/office/drawing/2014/main" id="{0A80F003-E222-39DC-B29E-54C2D6496B57}"/>
                </a:ext>
              </a:extLst>
            </p:cNvPr>
            <p:cNvSpPr/>
            <p:nvPr/>
          </p:nvSpPr>
          <p:spPr>
            <a:xfrm>
              <a:off x="6359342" y="5114232"/>
              <a:ext cx="962250"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4" name="TIMEFRAME.OLD_15">
              <a:extLst>
                <a:ext uri="{FF2B5EF4-FFF2-40B4-BE49-F238E27FC236}">
                  <a16:creationId xmlns:a16="http://schemas.microsoft.com/office/drawing/2014/main" id="{008A4450-BF9B-64FF-9DF4-176248FF02E8}"/>
                </a:ext>
              </a:extLst>
            </p:cNvPr>
            <p:cNvSpPr txBox="1"/>
            <p:nvPr/>
          </p:nvSpPr>
          <p:spPr>
            <a:xfrm>
              <a:off x="6519117" y="5290316"/>
              <a:ext cx="1133347" cy="307777"/>
            </a:xfrm>
            <a:prstGeom prst="rect">
              <a:avLst/>
            </a:prstGeom>
            <a:noFill/>
            <a:ln>
              <a:noFill/>
            </a:ln>
          </p:spPr>
          <p:txBody>
            <a:bodyPr wrap="square" rtlCol="0">
              <a:spAutoFit/>
            </a:bodyPr>
            <a:lstStyle/>
            <a:p>
              <a:r>
                <a:rPr lang="en-US" sz="1400" dirty="0"/>
                <a:t>03 </a:t>
              </a:r>
              <a:r>
                <a:rPr lang="en-US" sz="800" dirty="0"/>
                <a:t>Days</a:t>
              </a:r>
              <a:endParaRPr lang="en-US" sz="1400" dirty="0"/>
            </a:p>
          </p:txBody>
        </p:sp>
        <p:sp>
          <p:nvSpPr>
            <p:cNvPr id="55" name="Arc 54">
              <a:extLst>
                <a:ext uri="{FF2B5EF4-FFF2-40B4-BE49-F238E27FC236}">
                  <a16:creationId xmlns:a16="http://schemas.microsoft.com/office/drawing/2014/main" id="{B5086D1F-A569-C6FB-2720-E3EEA370FA98}"/>
                </a:ext>
              </a:extLst>
            </p:cNvPr>
            <p:cNvSpPr/>
            <p:nvPr/>
          </p:nvSpPr>
          <p:spPr>
            <a:xfrm>
              <a:off x="7365475" y="511423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6" name="TIMEFRAME.OLD_16">
              <a:extLst>
                <a:ext uri="{FF2B5EF4-FFF2-40B4-BE49-F238E27FC236}">
                  <a16:creationId xmlns:a16="http://schemas.microsoft.com/office/drawing/2014/main" id="{CD0827A7-10B8-CAC7-7175-6D2C8F36A826}"/>
                </a:ext>
              </a:extLst>
            </p:cNvPr>
            <p:cNvSpPr txBox="1"/>
            <p:nvPr/>
          </p:nvSpPr>
          <p:spPr>
            <a:xfrm>
              <a:off x="7365475" y="5290316"/>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57" name="Arc 56">
              <a:extLst>
                <a:ext uri="{FF2B5EF4-FFF2-40B4-BE49-F238E27FC236}">
                  <a16:creationId xmlns:a16="http://schemas.microsoft.com/office/drawing/2014/main" id="{A6658D08-B4EE-73C7-5E1E-428F9CA59115}"/>
                </a:ext>
              </a:extLst>
            </p:cNvPr>
            <p:cNvSpPr/>
            <p:nvPr/>
          </p:nvSpPr>
          <p:spPr>
            <a:xfrm>
              <a:off x="8073130" y="5104435"/>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58" name="TIMEFRAME.OLD_17">
              <a:extLst>
                <a:ext uri="{FF2B5EF4-FFF2-40B4-BE49-F238E27FC236}">
                  <a16:creationId xmlns:a16="http://schemas.microsoft.com/office/drawing/2014/main" id="{6BB83915-52BD-CBFA-0A5D-DBEC227885F5}"/>
                </a:ext>
              </a:extLst>
            </p:cNvPr>
            <p:cNvSpPr txBox="1"/>
            <p:nvPr/>
          </p:nvSpPr>
          <p:spPr>
            <a:xfrm>
              <a:off x="8133351" y="5280519"/>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59" name="Arc 58">
              <a:extLst>
                <a:ext uri="{FF2B5EF4-FFF2-40B4-BE49-F238E27FC236}">
                  <a16:creationId xmlns:a16="http://schemas.microsoft.com/office/drawing/2014/main" id="{48DA8820-53EE-43BE-3515-84C987E91D33}"/>
                </a:ext>
              </a:extLst>
            </p:cNvPr>
            <p:cNvSpPr/>
            <p:nvPr/>
          </p:nvSpPr>
          <p:spPr>
            <a:xfrm>
              <a:off x="8803413" y="5094638"/>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60" name="TIMEFRAME.OLD_18">
              <a:extLst>
                <a:ext uri="{FF2B5EF4-FFF2-40B4-BE49-F238E27FC236}">
                  <a16:creationId xmlns:a16="http://schemas.microsoft.com/office/drawing/2014/main" id="{BAE145DE-0CE9-EE0B-3EB4-2AC15049F4AD}"/>
                </a:ext>
              </a:extLst>
            </p:cNvPr>
            <p:cNvSpPr txBox="1"/>
            <p:nvPr/>
          </p:nvSpPr>
          <p:spPr>
            <a:xfrm>
              <a:off x="8803413" y="5270722"/>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61" name="Arc 60">
              <a:extLst>
                <a:ext uri="{FF2B5EF4-FFF2-40B4-BE49-F238E27FC236}">
                  <a16:creationId xmlns:a16="http://schemas.microsoft.com/office/drawing/2014/main" id="{8B3EDE73-AD0F-2618-17FB-0C3912E75C09}"/>
                </a:ext>
              </a:extLst>
            </p:cNvPr>
            <p:cNvSpPr/>
            <p:nvPr/>
          </p:nvSpPr>
          <p:spPr>
            <a:xfrm>
              <a:off x="9511068" y="5094638"/>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62" name="TIMEFRAME.OLD_19">
              <a:extLst>
                <a:ext uri="{FF2B5EF4-FFF2-40B4-BE49-F238E27FC236}">
                  <a16:creationId xmlns:a16="http://schemas.microsoft.com/office/drawing/2014/main" id="{D9370DD7-EA5C-C002-2177-7F3A28934D16}"/>
                </a:ext>
              </a:extLst>
            </p:cNvPr>
            <p:cNvSpPr txBox="1"/>
            <p:nvPr/>
          </p:nvSpPr>
          <p:spPr>
            <a:xfrm>
              <a:off x="9561343" y="5270722"/>
              <a:ext cx="795237"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63" name="Arc 62">
              <a:extLst>
                <a:ext uri="{FF2B5EF4-FFF2-40B4-BE49-F238E27FC236}">
                  <a16:creationId xmlns:a16="http://schemas.microsoft.com/office/drawing/2014/main" id="{77CEF707-247E-4BCE-A55E-C265F59B4716}"/>
                </a:ext>
              </a:extLst>
            </p:cNvPr>
            <p:cNvSpPr/>
            <p:nvPr/>
          </p:nvSpPr>
          <p:spPr>
            <a:xfrm>
              <a:off x="10239694" y="511423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24" name="TIMEFRAME.OLD_20">
              <a:extLst>
                <a:ext uri="{FF2B5EF4-FFF2-40B4-BE49-F238E27FC236}">
                  <a16:creationId xmlns:a16="http://schemas.microsoft.com/office/drawing/2014/main" id="{D7F28D59-767B-7523-2114-07A4B7831AF9}"/>
                </a:ext>
              </a:extLst>
            </p:cNvPr>
            <p:cNvSpPr txBox="1"/>
            <p:nvPr/>
          </p:nvSpPr>
          <p:spPr>
            <a:xfrm>
              <a:off x="10152430" y="5290316"/>
              <a:ext cx="795237" cy="307777"/>
            </a:xfrm>
            <a:prstGeom prst="rect">
              <a:avLst/>
            </a:prstGeom>
            <a:noFill/>
            <a:ln>
              <a:noFill/>
            </a:ln>
          </p:spPr>
          <p:txBody>
            <a:bodyPr wrap="square" rtlCol="0">
              <a:spAutoFit/>
            </a:bodyPr>
            <a:lstStyle/>
            <a:p>
              <a:r>
                <a:rPr lang="en-US" sz="1400" dirty="0"/>
                <a:t>02 </a:t>
              </a:r>
              <a:r>
                <a:rPr lang="en-US" sz="800" dirty="0"/>
                <a:t>Days</a:t>
              </a:r>
              <a:endParaRPr lang="en-US" sz="1400" dirty="0"/>
            </a:p>
          </p:txBody>
        </p:sp>
        <p:sp>
          <p:nvSpPr>
            <p:cNvPr id="1025" name="Arc 1024">
              <a:extLst>
                <a:ext uri="{FF2B5EF4-FFF2-40B4-BE49-F238E27FC236}">
                  <a16:creationId xmlns:a16="http://schemas.microsoft.com/office/drawing/2014/main" id="{04214E2F-AD50-AEE9-DCD1-F6F7B8EB9D8A}"/>
                </a:ext>
              </a:extLst>
            </p:cNvPr>
            <p:cNvSpPr/>
            <p:nvPr/>
          </p:nvSpPr>
          <p:spPr>
            <a:xfrm>
              <a:off x="10937575" y="5133792"/>
              <a:ext cx="675183"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27" name="TIMEFRAME.OLD_21">
              <a:extLst>
                <a:ext uri="{FF2B5EF4-FFF2-40B4-BE49-F238E27FC236}">
                  <a16:creationId xmlns:a16="http://schemas.microsoft.com/office/drawing/2014/main" id="{E4EAA818-7FD7-BB51-19E5-35CE0D54CBC0}"/>
                </a:ext>
              </a:extLst>
            </p:cNvPr>
            <p:cNvSpPr txBox="1"/>
            <p:nvPr/>
          </p:nvSpPr>
          <p:spPr>
            <a:xfrm>
              <a:off x="11025866" y="5303677"/>
              <a:ext cx="795237" cy="307777"/>
            </a:xfrm>
            <a:prstGeom prst="rect">
              <a:avLst/>
            </a:prstGeom>
            <a:noFill/>
            <a:ln>
              <a:noFill/>
            </a:ln>
          </p:spPr>
          <p:txBody>
            <a:bodyPr wrap="square" rtlCol="0">
              <a:spAutoFit/>
            </a:bodyPr>
            <a:lstStyle/>
            <a:p>
              <a:r>
                <a:rPr lang="en-US" sz="1400" dirty="0"/>
                <a:t>03 </a:t>
              </a:r>
              <a:r>
                <a:rPr lang="en-US" sz="800" dirty="0"/>
                <a:t>Days</a:t>
              </a:r>
              <a:endParaRPr lang="en-US" sz="1400" dirty="0"/>
            </a:p>
          </p:txBody>
        </p:sp>
        <p:pic>
          <p:nvPicPr>
            <p:cNvPr id="1034" name="TIMEFRAME.OLD_05" descr="Diploma outline">
              <a:extLst>
                <a:ext uri="{FF2B5EF4-FFF2-40B4-BE49-F238E27FC236}">
                  <a16:creationId xmlns:a16="http://schemas.microsoft.com/office/drawing/2014/main" id="{7225A3FB-4D6A-499C-E65A-83CEF26EA935}"/>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431027" y="5510619"/>
              <a:ext cx="418213" cy="418213"/>
            </a:xfrm>
            <a:prstGeom prst="rect">
              <a:avLst/>
            </a:prstGeom>
          </p:spPr>
        </p:pic>
        <p:sp>
          <p:nvSpPr>
            <p:cNvPr id="3" name="Oval 2">
              <a:extLst>
                <a:ext uri="{FF2B5EF4-FFF2-40B4-BE49-F238E27FC236}">
                  <a16:creationId xmlns:a16="http://schemas.microsoft.com/office/drawing/2014/main" id="{B7347CA6-F090-7314-B49A-B5BA5270B185}"/>
                </a:ext>
              </a:extLst>
            </p:cNvPr>
            <p:cNvSpPr/>
            <p:nvPr/>
          </p:nvSpPr>
          <p:spPr>
            <a:xfrm>
              <a:off x="9954025" y="4644390"/>
              <a:ext cx="548640" cy="489402"/>
            </a:xfrm>
            <a:prstGeom prst="ellipse">
              <a:avLst/>
            </a:prstGeom>
            <a:solidFill>
              <a:srgbClr val="10334F"/>
            </a:solidFill>
            <a:ln>
              <a:solidFill>
                <a:srgbClr val="8F8D8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TIMEFRAME.OLD_06" descr="Clipboard Badge outline">
              <a:extLst>
                <a:ext uri="{FF2B5EF4-FFF2-40B4-BE49-F238E27FC236}">
                  <a16:creationId xmlns:a16="http://schemas.microsoft.com/office/drawing/2014/main" id="{F44EE47D-E133-2445-F44B-E818097E386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22157" y="4672807"/>
              <a:ext cx="418213" cy="418213"/>
            </a:xfrm>
            <a:prstGeom prst="rect">
              <a:avLst/>
            </a:prstGeom>
          </p:spPr>
        </p:pic>
      </p:grpSp>
      <p:pic>
        <p:nvPicPr>
          <p:cNvPr id="5" name="TIMEFRAME.OLD_02">
            <a:extLst>
              <a:ext uri="{FF2B5EF4-FFF2-40B4-BE49-F238E27FC236}">
                <a16:creationId xmlns:a16="http://schemas.microsoft.com/office/drawing/2014/main" id="{32F8395A-1EDE-802B-336B-C71BF9E1F275}"/>
              </a:ext>
            </a:extLst>
          </p:cNvPr>
          <p:cNvPicPr>
            <a:picLocks noChangeAspect="1"/>
          </p:cNvPicPr>
          <p:nvPr/>
        </p:nvPicPr>
        <p:blipFill>
          <a:blip r:embed="rId6"/>
          <a:stretch>
            <a:fillRect/>
          </a:stretch>
        </p:blipFill>
        <p:spPr>
          <a:xfrm>
            <a:off x="2982425" y="1390707"/>
            <a:ext cx="5178287" cy="2483020"/>
          </a:xfrm>
          <a:prstGeom prst="rect">
            <a:avLst/>
          </a:prstGeom>
        </p:spPr>
      </p:pic>
    </p:spTree>
    <p:extLst>
      <p:ext uri="{BB962C8B-B14F-4D97-AF65-F5344CB8AC3E}">
        <p14:creationId xmlns:p14="http://schemas.microsoft.com/office/powerpoint/2010/main" val="995470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CE723-D091-C85A-454B-E5A9CC370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5A489A-524A-FA1D-F283-5C25AE50C0AD}"/>
              </a:ext>
            </a:extLst>
          </p:cNvPr>
          <p:cNvSpPr>
            <a:spLocks noGrp="1"/>
          </p:cNvSpPr>
          <p:nvPr>
            <p:ph type="title"/>
          </p:nvPr>
        </p:nvSpPr>
        <p:spPr>
          <a:xfrm>
            <a:off x="66553" y="213885"/>
            <a:ext cx="8194876" cy="719843"/>
          </a:xfrm>
        </p:spPr>
        <p:txBody>
          <a:bodyPr>
            <a:normAutofit/>
          </a:bodyPr>
          <a:lstStyle/>
          <a:p>
            <a:r>
              <a:rPr lang="en-US" sz="2800" dirty="0"/>
              <a:t>Time Frame:</a:t>
            </a:r>
          </a:p>
        </p:txBody>
      </p:sp>
      <p:sp>
        <p:nvSpPr>
          <p:cNvPr id="4" name="Slide Number Placeholder 3">
            <a:extLst>
              <a:ext uri="{FF2B5EF4-FFF2-40B4-BE49-F238E27FC236}">
                <a16:creationId xmlns:a16="http://schemas.microsoft.com/office/drawing/2014/main" id="{84C518CF-7973-3411-9F79-CE087FA4732D}"/>
              </a:ext>
            </a:extLst>
          </p:cNvPr>
          <p:cNvSpPr>
            <a:spLocks noGrp="1"/>
          </p:cNvSpPr>
          <p:nvPr>
            <p:ph type="sldNum" sz="quarter" idx="11"/>
          </p:nvPr>
        </p:nvSpPr>
        <p:spPr/>
        <p:txBody>
          <a:bodyPr/>
          <a:lstStyle/>
          <a:p>
            <a:fld id="{A29190EB-7945-4811-B3CB-0217A9F45703}" type="slidenum">
              <a:rPr lang="en-US" smtClean="0"/>
              <a:pPr/>
              <a:t>18</a:t>
            </a:fld>
            <a:endParaRPr lang="en-US" dirty="0"/>
          </a:p>
        </p:txBody>
      </p:sp>
      <p:pic>
        <p:nvPicPr>
          <p:cNvPr id="8" name="Picture 7">
            <a:extLst>
              <a:ext uri="{FF2B5EF4-FFF2-40B4-BE49-F238E27FC236}">
                <a16:creationId xmlns:a16="http://schemas.microsoft.com/office/drawing/2014/main" id="{0E7FEDAD-D1A0-3CBF-5C8C-A05FACC65764}"/>
              </a:ext>
            </a:extLst>
          </p:cNvPr>
          <p:cNvPicPr>
            <a:picLocks noChangeAspect="1"/>
          </p:cNvPicPr>
          <p:nvPr/>
        </p:nvPicPr>
        <p:blipFill>
          <a:blip r:embed="rId3">
            <a:clrChange>
              <a:clrFrom>
                <a:srgbClr val="F2E8D9"/>
              </a:clrFrom>
              <a:clrTo>
                <a:srgbClr val="F2E8D9">
                  <a:alpha val="0"/>
                </a:srgbClr>
              </a:clrTo>
            </a:clrChange>
            <a:extLst>
              <a:ext uri="{28A0092B-C50C-407E-A947-70E740481C1C}">
                <a14:useLocalDpi xmlns:a14="http://schemas.microsoft.com/office/drawing/2010/main" val="0"/>
              </a:ext>
            </a:extLst>
          </a:blip>
          <a:srcRect/>
          <a:stretch/>
        </p:blipFill>
        <p:spPr>
          <a:xfrm>
            <a:off x="2540000" y="1205597"/>
            <a:ext cx="6482606" cy="3135759"/>
          </a:xfrm>
          <a:prstGeom prst="rect">
            <a:avLst/>
          </a:prstGeom>
        </p:spPr>
      </p:pic>
      <p:grpSp>
        <p:nvGrpSpPr>
          <p:cNvPr id="5" name="Group 4">
            <a:extLst>
              <a:ext uri="{FF2B5EF4-FFF2-40B4-BE49-F238E27FC236}">
                <a16:creationId xmlns:a16="http://schemas.microsoft.com/office/drawing/2014/main" id="{6ED3BEAD-5327-566C-3C27-1A9E376E6315}"/>
              </a:ext>
            </a:extLst>
          </p:cNvPr>
          <p:cNvGrpSpPr/>
          <p:nvPr/>
        </p:nvGrpSpPr>
        <p:grpSpPr>
          <a:xfrm>
            <a:off x="1290320" y="3250650"/>
            <a:ext cx="9530080" cy="3545315"/>
            <a:chOff x="426513" y="3350033"/>
            <a:chExt cx="8148527" cy="3135759"/>
          </a:xfrm>
        </p:grpSpPr>
        <p:pic>
          <p:nvPicPr>
            <p:cNvPr id="3078" name="Picture 6">
              <a:extLst>
                <a:ext uri="{FF2B5EF4-FFF2-40B4-BE49-F238E27FC236}">
                  <a16:creationId xmlns:a16="http://schemas.microsoft.com/office/drawing/2014/main" id="{07F06022-091F-F87B-90C4-D648B9E786A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74322" y="3350033"/>
              <a:ext cx="3200718" cy="3135759"/>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a:extLst>
                <a:ext uri="{FF2B5EF4-FFF2-40B4-BE49-F238E27FC236}">
                  <a16:creationId xmlns:a16="http://schemas.microsoft.com/office/drawing/2014/main" id="{740D6FBB-ED00-A5BD-4308-2E9F4BA5BA0E}"/>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r="2181"/>
            <a:stretch/>
          </p:blipFill>
          <p:spPr bwMode="auto">
            <a:xfrm>
              <a:off x="426513" y="3582213"/>
              <a:ext cx="5090367" cy="2659205"/>
            </a:xfrm>
            <a:prstGeom prst="rect">
              <a:avLst/>
            </a:prstGeom>
            <a:noFill/>
            <a:extLst>
              <a:ext uri="{909E8E84-426E-40DD-AFC4-6F175D3DCCD1}">
                <a14:hiddenFill xmlns:a14="http://schemas.microsoft.com/office/drawing/2010/main">
                  <a:solidFill>
                    <a:srgbClr val="FFFFFF"/>
                  </a:solidFill>
                </a14:hiddenFill>
              </a:ext>
            </a:extLst>
          </p:spPr>
        </p:pic>
      </p:grpSp>
      <p:sp>
        <p:nvSpPr>
          <p:cNvPr id="3" name="TextBox 2">
            <a:extLst>
              <a:ext uri="{FF2B5EF4-FFF2-40B4-BE49-F238E27FC236}">
                <a16:creationId xmlns:a16="http://schemas.microsoft.com/office/drawing/2014/main" id="{E802E075-CE92-B176-EE2A-37B8922CB005}"/>
              </a:ext>
            </a:extLst>
          </p:cNvPr>
          <p:cNvSpPr txBox="1"/>
          <p:nvPr/>
        </p:nvSpPr>
        <p:spPr>
          <a:xfrm>
            <a:off x="66553" y="815756"/>
            <a:ext cx="10327513" cy="307777"/>
          </a:xfrm>
          <a:prstGeom prst="rect">
            <a:avLst/>
          </a:prstGeom>
          <a:noFill/>
        </p:spPr>
        <p:txBody>
          <a:bodyPr wrap="square">
            <a:spAutoFit/>
          </a:bodyPr>
          <a:lstStyle/>
          <a:p>
            <a:r>
              <a:rPr lang="en-US" sz="1400" dirty="0"/>
              <a:t>We expect and plan for the mission to be delivered according to the Scope of Work in this Time Frame:</a:t>
            </a:r>
          </a:p>
        </p:txBody>
      </p:sp>
      <p:sp>
        <p:nvSpPr>
          <p:cNvPr id="6" name="Arc 5">
            <a:extLst>
              <a:ext uri="{FF2B5EF4-FFF2-40B4-BE49-F238E27FC236}">
                <a16:creationId xmlns:a16="http://schemas.microsoft.com/office/drawing/2014/main" id="{7988AF1E-AF10-4F54-627C-52C5C1F412EC}"/>
              </a:ext>
            </a:extLst>
          </p:cNvPr>
          <p:cNvSpPr/>
          <p:nvPr/>
        </p:nvSpPr>
        <p:spPr>
          <a:xfrm>
            <a:off x="1836420" y="5150646"/>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7" name="TextBox 6">
            <a:extLst>
              <a:ext uri="{FF2B5EF4-FFF2-40B4-BE49-F238E27FC236}">
                <a16:creationId xmlns:a16="http://schemas.microsoft.com/office/drawing/2014/main" id="{60B5A0E8-C5C2-754E-5539-1989DEE246BE}"/>
              </a:ext>
            </a:extLst>
          </p:cNvPr>
          <p:cNvSpPr txBox="1"/>
          <p:nvPr/>
        </p:nvSpPr>
        <p:spPr>
          <a:xfrm>
            <a:off x="1787387" y="5299069"/>
            <a:ext cx="661100" cy="307777"/>
          </a:xfrm>
          <a:prstGeom prst="rect">
            <a:avLst/>
          </a:prstGeom>
          <a:noFill/>
          <a:ln>
            <a:noFill/>
          </a:ln>
        </p:spPr>
        <p:txBody>
          <a:bodyPr wrap="square" rtlCol="0">
            <a:spAutoFit/>
          </a:bodyPr>
          <a:lstStyle/>
          <a:p>
            <a:r>
              <a:rPr lang="en-US" sz="1400" dirty="0"/>
              <a:t>02 </a:t>
            </a:r>
            <a:r>
              <a:rPr lang="en-US" sz="800" dirty="0"/>
              <a:t>Day</a:t>
            </a:r>
            <a:endParaRPr lang="en-US" sz="1400" dirty="0"/>
          </a:p>
        </p:txBody>
      </p:sp>
      <p:sp>
        <p:nvSpPr>
          <p:cNvPr id="9" name="Arc 8">
            <a:extLst>
              <a:ext uri="{FF2B5EF4-FFF2-40B4-BE49-F238E27FC236}">
                <a16:creationId xmlns:a16="http://schemas.microsoft.com/office/drawing/2014/main" id="{EAA71008-301C-2C08-5164-DA812FA282FB}"/>
              </a:ext>
            </a:extLst>
          </p:cNvPr>
          <p:cNvSpPr/>
          <p:nvPr/>
        </p:nvSpPr>
        <p:spPr>
          <a:xfrm>
            <a:off x="2452116" y="5192137"/>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0" name="TextBox 9">
            <a:extLst>
              <a:ext uri="{FF2B5EF4-FFF2-40B4-BE49-F238E27FC236}">
                <a16:creationId xmlns:a16="http://schemas.microsoft.com/office/drawing/2014/main" id="{8468A0FE-5B52-3566-C820-C3CBD45CA2B6}"/>
              </a:ext>
            </a:extLst>
          </p:cNvPr>
          <p:cNvSpPr txBox="1"/>
          <p:nvPr/>
        </p:nvSpPr>
        <p:spPr>
          <a:xfrm>
            <a:off x="2403083" y="5340560"/>
            <a:ext cx="661100" cy="307777"/>
          </a:xfrm>
          <a:prstGeom prst="rect">
            <a:avLst/>
          </a:prstGeom>
          <a:noFill/>
          <a:ln>
            <a:noFill/>
          </a:ln>
        </p:spPr>
        <p:txBody>
          <a:bodyPr wrap="square" rtlCol="0">
            <a:spAutoFit/>
          </a:bodyPr>
          <a:lstStyle/>
          <a:p>
            <a:r>
              <a:rPr lang="en-US" sz="1400" dirty="0"/>
              <a:t>02 </a:t>
            </a:r>
            <a:r>
              <a:rPr lang="en-US" sz="800" dirty="0"/>
              <a:t>Day</a:t>
            </a:r>
            <a:endParaRPr lang="en-US" sz="1400" dirty="0"/>
          </a:p>
        </p:txBody>
      </p:sp>
      <p:sp>
        <p:nvSpPr>
          <p:cNvPr id="11" name="Arc 10">
            <a:extLst>
              <a:ext uri="{FF2B5EF4-FFF2-40B4-BE49-F238E27FC236}">
                <a16:creationId xmlns:a16="http://schemas.microsoft.com/office/drawing/2014/main" id="{EEB5A621-BE6D-E155-2D08-3DB821477C2B}"/>
              </a:ext>
            </a:extLst>
          </p:cNvPr>
          <p:cNvSpPr/>
          <p:nvPr/>
        </p:nvSpPr>
        <p:spPr>
          <a:xfrm>
            <a:off x="3113216" y="5150646"/>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2" name="TextBox 11">
            <a:extLst>
              <a:ext uri="{FF2B5EF4-FFF2-40B4-BE49-F238E27FC236}">
                <a16:creationId xmlns:a16="http://schemas.microsoft.com/office/drawing/2014/main" id="{C238340F-D783-1DE7-3B42-6DEBF84542F0}"/>
              </a:ext>
            </a:extLst>
          </p:cNvPr>
          <p:cNvSpPr txBox="1"/>
          <p:nvPr/>
        </p:nvSpPr>
        <p:spPr>
          <a:xfrm>
            <a:off x="3064183" y="5299069"/>
            <a:ext cx="661100" cy="307777"/>
          </a:xfrm>
          <a:prstGeom prst="rect">
            <a:avLst/>
          </a:prstGeom>
          <a:noFill/>
          <a:ln>
            <a:noFill/>
          </a:ln>
        </p:spPr>
        <p:txBody>
          <a:bodyPr wrap="square" rtlCol="0">
            <a:spAutoFit/>
          </a:bodyPr>
          <a:lstStyle/>
          <a:p>
            <a:r>
              <a:rPr lang="en-US" sz="1400" dirty="0"/>
              <a:t>03 </a:t>
            </a:r>
            <a:r>
              <a:rPr lang="en-US" sz="800" dirty="0"/>
              <a:t>Day</a:t>
            </a:r>
            <a:endParaRPr lang="en-US" sz="1400" dirty="0"/>
          </a:p>
        </p:txBody>
      </p:sp>
      <p:sp>
        <p:nvSpPr>
          <p:cNvPr id="13" name="Arc 12">
            <a:extLst>
              <a:ext uri="{FF2B5EF4-FFF2-40B4-BE49-F238E27FC236}">
                <a16:creationId xmlns:a16="http://schemas.microsoft.com/office/drawing/2014/main" id="{2831EDEC-9C10-54E3-85DC-4BCA4F41E480}"/>
              </a:ext>
            </a:extLst>
          </p:cNvPr>
          <p:cNvSpPr/>
          <p:nvPr/>
        </p:nvSpPr>
        <p:spPr>
          <a:xfrm>
            <a:off x="3725283" y="5176593"/>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4" name="TextBox 13">
            <a:extLst>
              <a:ext uri="{FF2B5EF4-FFF2-40B4-BE49-F238E27FC236}">
                <a16:creationId xmlns:a16="http://schemas.microsoft.com/office/drawing/2014/main" id="{A736A1CD-37A0-DFE4-CEE4-7C6DABE9CABE}"/>
              </a:ext>
            </a:extLst>
          </p:cNvPr>
          <p:cNvSpPr txBox="1"/>
          <p:nvPr/>
        </p:nvSpPr>
        <p:spPr>
          <a:xfrm>
            <a:off x="3676250" y="5325016"/>
            <a:ext cx="661100"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15" name="Arc 14">
            <a:extLst>
              <a:ext uri="{FF2B5EF4-FFF2-40B4-BE49-F238E27FC236}">
                <a16:creationId xmlns:a16="http://schemas.microsoft.com/office/drawing/2014/main" id="{C7672465-FDFC-3DB9-5EC7-BD9E1E2668AE}"/>
              </a:ext>
            </a:extLst>
          </p:cNvPr>
          <p:cNvSpPr/>
          <p:nvPr/>
        </p:nvSpPr>
        <p:spPr>
          <a:xfrm>
            <a:off x="4386383" y="5189482"/>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6" name="TextBox 15">
            <a:extLst>
              <a:ext uri="{FF2B5EF4-FFF2-40B4-BE49-F238E27FC236}">
                <a16:creationId xmlns:a16="http://schemas.microsoft.com/office/drawing/2014/main" id="{2AC2F79E-482B-A4FB-369C-9C82EEA1D99A}"/>
              </a:ext>
            </a:extLst>
          </p:cNvPr>
          <p:cNvSpPr txBox="1"/>
          <p:nvPr/>
        </p:nvSpPr>
        <p:spPr>
          <a:xfrm>
            <a:off x="4337350" y="5337905"/>
            <a:ext cx="661100" cy="307777"/>
          </a:xfrm>
          <a:prstGeom prst="rect">
            <a:avLst/>
          </a:prstGeom>
          <a:noFill/>
          <a:ln>
            <a:noFill/>
          </a:ln>
        </p:spPr>
        <p:txBody>
          <a:bodyPr wrap="square" rtlCol="0">
            <a:spAutoFit/>
          </a:bodyPr>
          <a:lstStyle/>
          <a:p>
            <a:r>
              <a:rPr lang="en-US" sz="1400" dirty="0"/>
              <a:t>15 </a:t>
            </a:r>
            <a:r>
              <a:rPr lang="en-US" sz="800" dirty="0"/>
              <a:t>Days</a:t>
            </a:r>
            <a:endParaRPr lang="en-US" sz="1400" dirty="0"/>
          </a:p>
        </p:txBody>
      </p:sp>
      <p:sp>
        <p:nvSpPr>
          <p:cNvPr id="17" name="Arc 16">
            <a:extLst>
              <a:ext uri="{FF2B5EF4-FFF2-40B4-BE49-F238E27FC236}">
                <a16:creationId xmlns:a16="http://schemas.microsoft.com/office/drawing/2014/main" id="{CEA1A348-E67C-867A-3AB8-3F77AB115F2A}"/>
              </a:ext>
            </a:extLst>
          </p:cNvPr>
          <p:cNvSpPr/>
          <p:nvPr/>
        </p:nvSpPr>
        <p:spPr>
          <a:xfrm>
            <a:off x="5659550" y="5176593"/>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18" name="TextBox 17">
            <a:extLst>
              <a:ext uri="{FF2B5EF4-FFF2-40B4-BE49-F238E27FC236}">
                <a16:creationId xmlns:a16="http://schemas.microsoft.com/office/drawing/2014/main" id="{0352C2B1-A50D-763B-FD8A-ECF21C70EA2A}"/>
              </a:ext>
            </a:extLst>
          </p:cNvPr>
          <p:cNvSpPr txBox="1"/>
          <p:nvPr/>
        </p:nvSpPr>
        <p:spPr>
          <a:xfrm>
            <a:off x="5610517" y="5325016"/>
            <a:ext cx="661100"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19" name="Arc 18">
            <a:extLst>
              <a:ext uri="{FF2B5EF4-FFF2-40B4-BE49-F238E27FC236}">
                <a16:creationId xmlns:a16="http://schemas.microsoft.com/office/drawing/2014/main" id="{F47AF8B4-C06A-A299-6A7C-AC9DE0F806E6}"/>
              </a:ext>
            </a:extLst>
          </p:cNvPr>
          <p:cNvSpPr/>
          <p:nvPr/>
        </p:nvSpPr>
        <p:spPr>
          <a:xfrm>
            <a:off x="5022967" y="5196203"/>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0" name="TextBox 19">
            <a:extLst>
              <a:ext uri="{FF2B5EF4-FFF2-40B4-BE49-F238E27FC236}">
                <a16:creationId xmlns:a16="http://schemas.microsoft.com/office/drawing/2014/main" id="{7361BF61-600C-A51D-20F8-CDA47EBF563E}"/>
              </a:ext>
            </a:extLst>
          </p:cNvPr>
          <p:cNvSpPr txBox="1"/>
          <p:nvPr/>
        </p:nvSpPr>
        <p:spPr>
          <a:xfrm>
            <a:off x="4973934" y="5344626"/>
            <a:ext cx="661100"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21" name="Arc 20">
            <a:extLst>
              <a:ext uri="{FF2B5EF4-FFF2-40B4-BE49-F238E27FC236}">
                <a16:creationId xmlns:a16="http://schemas.microsoft.com/office/drawing/2014/main" id="{F37A7549-A2DC-1EFB-67F9-05C10B8B3110}"/>
              </a:ext>
            </a:extLst>
          </p:cNvPr>
          <p:cNvSpPr/>
          <p:nvPr/>
        </p:nvSpPr>
        <p:spPr>
          <a:xfrm>
            <a:off x="6320650" y="5176592"/>
            <a:ext cx="612067" cy="418213"/>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2" name="TextBox 21">
            <a:extLst>
              <a:ext uri="{FF2B5EF4-FFF2-40B4-BE49-F238E27FC236}">
                <a16:creationId xmlns:a16="http://schemas.microsoft.com/office/drawing/2014/main" id="{193A3C50-CA8E-4980-BE32-EE7A4F5F42AC}"/>
              </a:ext>
            </a:extLst>
          </p:cNvPr>
          <p:cNvSpPr txBox="1"/>
          <p:nvPr/>
        </p:nvSpPr>
        <p:spPr>
          <a:xfrm>
            <a:off x="6343764" y="5344625"/>
            <a:ext cx="661100" cy="307777"/>
          </a:xfrm>
          <a:prstGeom prst="rect">
            <a:avLst/>
          </a:prstGeom>
          <a:noFill/>
          <a:ln>
            <a:noFill/>
          </a:ln>
        </p:spPr>
        <p:txBody>
          <a:bodyPr wrap="square" rtlCol="0">
            <a:spAutoFit/>
          </a:bodyPr>
          <a:lstStyle/>
          <a:p>
            <a:r>
              <a:rPr lang="en-US" sz="1400" dirty="0"/>
              <a:t>15</a:t>
            </a:r>
            <a:r>
              <a:rPr lang="en-US" sz="800" dirty="0"/>
              <a:t>Days</a:t>
            </a:r>
            <a:endParaRPr lang="en-US" sz="1400" dirty="0"/>
          </a:p>
        </p:txBody>
      </p:sp>
      <p:sp>
        <p:nvSpPr>
          <p:cNvPr id="23" name="Arc 22">
            <a:extLst>
              <a:ext uri="{FF2B5EF4-FFF2-40B4-BE49-F238E27FC236}">
                <a16:creationId xmlns:a16="http://schemas.microsoft.com/office/drawing/2014/main" id="{7C27B2B6-F9CC-42C4-4944-635BF003530A}"/>
              </a:ext>
            </a:extLst>
          </p:cNvPr>
          <p:cNvSpPr/>
          <p:nvPr/>
        </p:nvSpPr>
        <p:spPr>
          <a:xfrm>
            <a:off x="6998028" y="5193479"/>
            <a:ext cx="643419" cy="307777"/>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4" name="TextBox 23">
            <a:extLst>
              <a:ext uri="{FF2B5EF4-FFF2-40B4-BE49-F238E27FC236}">
                <a16:creationId xmlns:a16="http://schemas.microsoft.com/office/drawing/2014/main" id="{B2774CFE-E3F2-CCFA-9718-8F9854939DB8}"/>
              </a:ext>
            </a:extLst>
          </p:cNvPr>
          <p:cNvSpPr txBox="1"/>
          <p:nvPr/>
        </p:nvSpPr>
        <p:spPr>
          <a:xfrm>
            <a:off x="6971595" y="5344625"/>
            <a:ext cx="661100" cy="307777"/>
          </a:xfrm>
          <a:prstGeom prst="rect">
            <a:avLst/>
          </a:prstGeom>
          <a:noFill/>
          <a:ln>
            <a:noFill/>
          </a:ln>
        </p:spPr>
        <p:txBody>
          <a:bodyPr wrap="square" rtlCol="0">
            <a:spAutoFit/>
          </a:bodyPr>
          <a:lstStyle/>
          <a:p>
            <a:r>
              <a:rPr lang="en-US" sz="1400" dirty="0"/>
              <a:t>03 </a:t>
            </a:r>
            <a:r>
              <a:rPr lang="en-US" sz="800" dirty="0"/>
              <a:t>Days</a:t>
            </a:r>
            <a:endParaRPr lang="en-US" sz="1400" dirty="0"/>
          </a:p>
        </p:txBody>
      </p:sp>
      <p:sp>
        <p:nvSpPr>
          <p:cNvPr id="25" name="Arc 24">
            <a:extLst>
              <a:ext uri="{FF2B5EF4-FFF2-40B4-BE49-F238E27FC236}">
                <a16:creationId xmlns:a16="http://schemas.microsoft.com/office/drawing/2014/main" id="{E4F941A9-8905-8D5B-23BE-39D426A06CA3}"/>
              </a:ext>
            </a:extLst>
          </p:cNvPr>
          <p:cNvSpPr/>
          <p:nvPr/>
        </p:nvSpPr>
        <p:spPr>
          <a:xfrm>
            <a:off x="7747551" y="5191965"/>
            <a:ext cx="643419" cy="307777"/>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6" name="Arc 25">
            <a:extLst>
              <a:ext uri="{FF2B5EF4-FFF2-40B4-BE49-F238E27FC236}">
                <a16:creationId xmlns:a16="http://schemas.microsoft.com/office/drawing/2014/main" id="{E14731A3-30E5-69B8-0057-896059FD56C8}"/>
              </a:ext>
            </a:extLst>
          </p:cNvPr>
          <p:cNvSpPr/>
          <p:nvPr/>
        </p:nvSpPr>
        <p:spPr>
          <a:xfrm>
            <a:off x="8947040" y="5196203"/>
            <a:ext cx="643419" cy="307777"/>
          </a:xfrm>
          <a:prstGeom prst="arc">
            <a:avLst>
              <a:gd name="adj1" fmla="val 10895468"/>
              <a:gd name="adj2" fmla="val 0"/>
            </a:avLst>
          </a:prstGeom>
          <a:ln>
            <a:solidFill>
              <a:srgbClr val="3C5682"/>
            </a:solidFill>
            <a:headEnd type="none" w="med" len="med"/>
            <a:tailEnd type="arrow" w="med" len="med"/>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7" name="TextBox 26">
            <a:extLst>
              <a:ext uri="{FF2B5EF4-FFF2-40B4-BE49-F238E27FC236}">
                <a16:creationId xmlns:a16="http://schemas.microsoft.com/office/drawing/2014/main" id="{898EFCB9-BEB4-74BD-5626-6928AF4950AC}"/>
              </a:ext>
            </a:extLst>
          </p:cNvPr>
          <p:cNvSpPr txBox="1"/>
          <p:nvPr/>
        </p:nvSpPr>
        <p:spPr>
          <a:xfrm>
            <a:off x="8344840" y="5325016"/>
            <a:ext cx="661100" cy="307777"/>
          </a:xfrm>
          <a:prstGeom prst="rect">
            <a:avLst/>
          </a:prstGeom>
          <a:noFill/>
          <a:ln>
            <a:noFill/>
          </a:ln>
        </p:spPr>
        <p:txBody>
          <a:bodyPr wrap="square" rtlCol="0">
            <a:spAutoFit/>
          </a:bodyPr>
          <a:lstStyle/>
          <a:p>
            <a:r>
              <a:rPr lang="en-US" sz="1400" dirty="0"/>
              <a:t>01 </a:t>
            </a:r>
            <a:r>
              <a:rPr lang="en-US" sz="800" dirty="0"/>
              <a:t>Day</a:t>
            </a:r>
            <a:endParaRPr lang="en-US" sz="1400" dirty="0"/>
          </a:p>
        </p:txBody>
      </p:sp>
      <p:sp>
        <p:nvSpPr>
          <p:cNvPr id="28" name="TextBox 27">
            <a:extLst>
              <a:ext uri="{FF2B5EF4-FFF2-40B4-BE49-F238E27FC236}">
                <a16:creationId xmlns:a16="http://schemas.microsoft.com/office/drawing/2014/main" id="{635361EA-2BAC-D3FC-C225-73DF2E272EDA}"/>
              </a:ext>
            </a:extLst>
          </p:cNvPr>
          <p:cNvSpPr txBox="1"/>
          <p:nvPr/>
        </p:nvSpPr>
        <p:spPr>
          <a:xfrm>
            <a:off x="9647863" y="5340885"/>
            <a:ext cx="661100" cy="307777"/>
          </a:xfrm>
          <a:prstGeom prst="rect">
            <a:avLst/>
          </a:prstGeom>
          <a:noFill/>
          <a:ln>
            <a:noFill/>
          </a:ln>
        </p:spPr>
        <p:txBody>
          <a:bodyPr wrap="square" rtlCol="0">
            <a:spAutoFit/>
          </a:bodyPr>
          <a:lstStyle/>
          <a:p>
            <a:r>
              <a:rPr lang="en-US" sz="1400" dirty="0"/>
              <a:t>03 </a:t>
            </a:r>
            <a:r>
              <a:rPr lang="en-US" sz="800" dirty="0"/>
              <a:t>Days</a:t>
            </a:r>
            <a:endParaRPr lang="en-US" sz="1400" dirty="0"/>
          </a:p>
        </p:txBody>
      </p:sp>
    </p:spTree>
    <p:extLst>
      <p:ext uri="{BB962C8B-B14F-4D97-AF65-F5344CB8AC3E}">
        <p14:creationId xmlns:p14="http://schemas.microsoft.com/office/powerpoint/2010/main" val="18750554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63FBE-0390-863C-7CC6-5E64ED606F46}"/>
              </a:ext>
            </a:extLst>
          </p:cNvPr>
          <p:cNvSpPr>
            <a:spLocks noGrp="1"/>
          </p:cNvSpPr>
          <p:nvPr>
            <p:ph type="title"/>
          </p:nvPr>
        </p:nvSpPr>
        <p:spPr>
          <a:xfrm>
            <a:off x="6602046" y="2968069"/>
            <a:ext cx="5898612" cy="921862"/>
          </a:xfrm>
        </p:spPr>
        <p:txBody>
          <a:bodyPr/>
          <a:lstStyle/>
          <a:p>
            <a:r>
              <a:rPr lang="en-US" dirty="0"/>
              <a:t>Scope of work</a:t>
            </a:r>
            <a:br>
              <a:rPr lang="en-US" dirty="0"/>
            </a:br>
            <a:r>
              <a:rPr lang="en-US" dirty="0"/>
              <a:t>                               </a:t>
            </a:r>
            <a:r>
              <a:rPr lang="en-US" sz="2000" dirty="0"/>
              <a:t>(Additional and Optional)</a:t>
            </a:r>
            <a:endParaRPr lang="en-US" dirty="0"/>
          </a:p>
        </p:txBody>
      </p:sp>
    </p:spTree>
    <p:extLst>
      <p:ext uri="{BB962C8B-B14F-4D97-AF65-F5344CB8AC3E}">
        <p14:creationId xmlns:p14="http://schemas.microsoft.com/office/powerpoint/2010/main" val="105078414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559D6-359F-28B7-AE16-EF9A468E2BFC}"/>
              </a:ext>
            </a:extLst>
          </p:cNvPr>
          <p:cNvSpPr>
            <a:spLocks noGrp="1"/>
          </p:cNvSpPr>
          <p:nvPr>
            <p:ph type="title"/>
          </p:nvPr>
        </p:nvSpPr>
        <p:spPr>
          <a:xfrm>
            <a:off x="66553" y="183405"/>
            <a:ext cx="8194876" cy="719844"/>
          </a:xfrm>
        </p:spPr>
        <p:txBody>
          <a:bodyPr>
            <a:normAutofit/>
          </a:bodyPr>
          <a:lstStyle/>
          <a:p>
            <a:r>
              <a:rPr lang="en-US" sz="2400" dirty="0"/>
              <a:t>Scope of work | </a:t>
            </a:r>
            <a:r>
              <a:rPr lang="en-US" sz="1600" dirty="0"/>
              <a:t>Additional and Optional:</a:t>
            </a:r>
          </a:p>
        </p:txBody>
      </p:sp>
      <p:sp>
        <p:nvSpPr>
          <p:cNvPr id="3" name="Vertical Text Placeholder 2">
            <a:extLst>
              <a:ext uri="{FF2B5EF4-FFF2-40B4-BE49-F238E27FC236}">
                <a16:creationId xmlns:a16="http://schemas.microsoft.com/office/drawing/2014/main" id="{54B6346B-9FBA-3A61-2485-F1896ED9B5B9}"/>
              </a:ext>
            </a:extLst>
          </p:cNvPr>
          <p:cNvSpPr>
            <a:spLocks noGrp="1"/>
          </p:cNvSpPr>
          <p:nvPr>
            <p:ph type="body" orient="vert" idx="1"/>
          </p:nvPr>
        </p:nvSpPr>
        <p:spPr>
          <a:xfrm>
            <a:off x="66553" y="1026161"/>
            <a:ext cx="12125448" cy="365125"/>
          </a:xfrm>
        </p:spPr>
        <p:txBody>
          <a:bodyPr>
            <a:normAutofit/>
          </a:bodyPr>
          <a:lstStyle/>
          <a:p>
            <a:pPr marL="0" indent="0">
              <a:buNone/>
            </a:pPr>
            <a:r>
              <a:rPr lang="en-US" sz="1400" dirty="0"/>
              <a:t>According to (the “Assignment”), We have Additional services, it's optional if the client wants to add to the scope of work:</a:t>
            </a:r>
          </a:p>
        </p:txBody>
      </p:sp>
      <p:sp>
        <p:nvSpPr>
          <p:cNvPr id="4" name="Slide Number Placeholder 3">
            <a:extLst>
              <a:ext uri="{FF2B5EF4-FFF2-40B4-BE49-F238E27FC236}">
                <a16:creationId xmlns:a16="http://schemas.microsoft.com/office/drawing/2014/main" id="{1E9CC785-B6EE-7EEC-7839-5D647229218B}"/>
              </a:ext>
            </a:extLst>
          </p:cNvPr>
          <p:cNvSpPr>
            <a:spLocks noGrp="1"/>
          </p:cNvSpPr>
          <p:nvPr>
            <p:ph type="sldNum" sz="quarter" idx="11"/>
          </p:nvPr>
        </p:nvSpPr>
        <p:spPr/>
        <p:txBody>
          <a:bodyPr/>
          <a:lstStyle/>
          <a:p>
            <a:fld id="{A29190EB-7945-4811-B3CB-0217A9F45703}" type="slidenum">
              <a:rPr lang="en-US" smtClean="0"/>
              <a:pPr/>
              <a:t>20</a:t>
            </a:fld>
            <a:endParaRPr lang="en-US" dirty="0"/>
          </a:p>
        </p:txBody>
      </p:sp>
      <p:sp>
        <p:nvSpPr>
          <p:cNvPr id="5" name="TextBox 4">
            <a:extLst>
              <a:ext uri="{FF2B5EF4-FFF2-40B4-BE49-F238E27FC236}">
                <a16:creationId xmlns:a16="http://schemas.microsoft.com/office/drawing/2014/main" id="{0C280CAA-7B9B-B580-6F9A-874B950F4D5C}"/>
              </a:ext>
            </a:extLst>
          </p:cNvPr>
          <p:cNvSpPr txBox="1"/>
          <p:nvPr/>
        </p:nvSpPr>
        <p:spPr>
          <a:xfrm>
            <a:off x="726783" y="1545760"/>
            <a:ext cx="1687699" cy="276999"/>
          </a:xfrm>
          <a:prstGeom prst="rect">
            <a:avLst/>
          </a:prstGeom>
          <a:noFill/>
        </p:spPr>
        <p:txBody>
          <a:bodyPr wrap="square">
            <a:spAutoFit/>
          </a:bodyPr>
          <a:lstStyle/>
          <a:p>
            <a:r>
              <a:rPr lang="en-US" sz="1200" dirty="0">
                <a:solidFill>
                  <a:srgbClr val="0F3353"/>
                </a:solidFill>
                <a:latin typeface="+mj-lt"/>
              </a:rPr>
              <a:t>Open bank Account:</a:t>
            </a:r>
          </a:p>
        </p:txBody>
      </p:sp>
      <p:sp>
        <p:nvSpPr>
          <p:cNvPr id="7" name="TextBox 6">
            <a:extLst>
              <a:ext uri="{FF2B5EF4-FFF2-40B4-BE49-F238E27FC236}">
                <a16:creationId xmlns:a16="http://schemas.microsoft.com/office/drawing/2014/main" id="{147B5F84-2925-66B9-6F21-7E4444532332}"/>
              </a:ext>
            </a:extLst>
          </p:cNvPr>
          <p:cNvSpPr txBox="1"/>
          <p:nvPr/>
        </p:nvSpPr>
        <p:spPr>
          <a:xfrm>
            <a:off x="5111536" y="1629044"/>
            <a:ext cx="3826410" cy="276999"/>
          </a:xfrm>
          <a:prstGeom prst="rect">
            <a:avLst/>
          </a:prstGeom>
          <a:noFill/>
        </p:spPr>
        <p:txBody>
          <a:bodyPr wrap="square">
            <a:spAutoFit/>
          </a:bodyPr>
          <a:lstStyle/>
          <a:p>
            <a:r>
              <a:rPr lang="en-US" sz="1200" dirty="0">
                <a:solidFill>
                  <a:srgbClr val="0F3353"/>
                </a:solidFill>
                <a:latin typeface="+mj-lt"/>
              </a:rPr>
              <a:t>Address and office services:</a:t>
            </a:r>
          </a:p>
        </p:txBody>
      </p:sp>
      <p:graphicFrame>
        <p:nvGraphicFramePr>
          <p:cNvPr id="8" name="Diagram 7">
            <a:extLst>
              <a:ext uri="{FF2B5EF4-FFF2-40B4-BE49-F238E27FC236}">
                <a16:creationId xmlns:a16="http://schemas.microsoft.com/office/drawing/2014/main" id="{0C98B2A0-DACD-3F75-F3F0-4155D3FB1C33}"/>
              </a:ext>
            </a:extLst>
          </p:cNvPr>
          <p:cNvGraphicFramePr/>
          <p:nvPr/>
        </p:nvGraphicFramePr>
        <p:xfrm>
          <a:off x="4142347" y="2071495"/>
          <a:ext cx="4190015" cy="346808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cxnSp>
        <p:nvCxnSpPr>
          <p:cNvPr id="9" name="Straight Connector 8">
            <a:extLst>
              <a:ext uri="{FF2B5EF4-FFF2-40B4-BE49-F238E27FC236}">
                <a16:creationId xmlns:a16="http://schemas.microsoft.com/office/drawing/2014/main" id="{94078E2D-74A3-0DCD-E5A9-DFCA8D728A45}"/>
              </a:ext>
            </a:extLst>
          </p:cNvPr>
          <p:cNvCxnSpPr/>
          <p:nvPr/>
        </p:nvCxnSpPr>
        <p:spPr>
          <a:xfrm>
            <a:off x="4429958" y="1467397"/>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grpSp>
        <p:nvGrpSpPr>
          <p:cNvPr id="14" name="Group 13">
            <a:extLst>
              <a:ext uri="{FF2B5EF4-FFF2-40B4-BE49-F238E27FC236}">
                <a16:creationId xmlns:a16="http://schemas.microsoft.com/office/drawing/2014/main" id="{B2A7F1ED-48D7-19AD-F56E-DBC4884271EF}"/>
              </a:ext>
            </a:extLst>
          </p:cNvPr>
          <p:cNvGrpSpPr/>
          <p:nvPr/>
        </p:nvGrpSpPr>
        <p:grpSpPr>
          <a:xfrm>
            <a:off x="399809" y="1999982"/>
            <a:ext cx="3294617" cy="2990205"/>
            <a:chOff x="4286343" y="2208460"/>
            <a:chExt cx="5883816" cy="4219145"/>
          </a:xfrm>
        </p:grpSpPr>
        <p:graphicFrame>
          <p:nvGraphicFramePr>
            <p:cNvPr id="15" name="Diagram 14">
              <a:extLst>
                <a:ext uri="{FF2B5EF4-FFF2-40B4-BE49-F238E27FC236}">
                  <a16:creationId xmlns:a16="http://schemas.microsoft.com/office/drawing/2014/main" id="{082A1DB8-3A7F-FF32-E9A6-41FDE108A4AC}"/>
                </a:ext>
              </a:extLst>
            </p:cNvPr>
            <p:cNvGraphicFramePr/>
            <p:nvPr/>
          </p:nvGraphicFramePr>
          <p:xfrm>
            <a:off x="4286343" y="2208460"/>
            <a:ext cx="5883816" cy="4219145"/>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16" name="Picture 8" descr="مصرف الإنماء في المملكة العربية السعودية - موسوعة عين">
              <a:extLst>
                <a:ext uri="{FF2B5EF4-FFF2-40B4-BE49-F238E27FC236}">
                  <a16:creationId xmlns:a16="http://schemas.microsoft.com/office/drawing/2014/main" id="{1107E244-F305-00AC-F946-283F63212955}"/>
                </a:ext>
              </a:extLst>
            </p:cNvPr>
            <p:cNvPicPr>
              <a:picLocks noChangeAspect="1" noChangeArrowheads="1"/>
            </p:cNvPicPr>
            <p:nvPr/>
          </p:nvPicPr>
          <p:blipFill rotWithShape="1">
            <a:blip r:embed="rId12">
              <a:clrChange>
                <a:clrFrom>
                  <a:srgbClr val="FFFFFF"/>
                </a:clrFrom>
                <a:clrTo>
                  <a:srgbClr val="FFFFFF">
                    <a:alpha val="0"/>
                  </a:srgbClr>
                </a:clrTo>
              </a:clrChange>
              <a:extLst>
                <a:ext uri="{28A0092B-C50C-407E-A947-70E740481C1C}">
                  <a14:useLocalDpi xmlns:a14="http://schemas.microsoft.com/office/drawing/2010/main" val="0"/>
                </a:ext>
              </a:extLst>
            </a:blip>
            <a:srcRect l="72677"/>
            <a:stretch/>
          </p:blipFill>
          <p:spPr bwMode="auto">
            <a:xfrm>
              <a:off x="6732418" y="3733291"/>
              <a:ext cx="1090709" cy="754643"/>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مصرف الإنماء في المملكة العربية السعودية - موسوعة عين">
              <a:extLst>
                <a:ext uri="{FF2B5EF4-FFF2-40B4-BE49-F238E27FC236}">
                  <a16:creationId xmlns:a16="http://schemas.microsoft.com/office/drawing/2014/main" id="{10597715-36A5-CF9F-D9DA-93A92F78241B}"/>
                </a:ext>
              </a:extLst>
            </p:cNvPr>
            <p:cNvPicPr>
              <a:picLocks noChangeAspect="1" noChangeArrowheads="1"/>
            </p:cNvPicPr>
            <p:nvPr/>
          </p:nvPicPr>
          <p:blipFill rotWithShape="1">
            <a:blip r:embed="rId12" cstate="print">
              <a:clrChange>
                <a:clrFrom>
                  <a:srgbClr val="FFFFFF"/>
                </a:clrFrom>
                <a:clrTo>
                  <a:srgbClr val="FFFFFF">
                    <a:alpha val="0"/>
                  </a:srgbClr>
                </a:clrTo>
              </a:clrChange>
              <a:extLst>
                <a:ext uri="{28A0092B-C50C-407E-A947-70E740481C1C}">
                  <a14:useLocalDpi xmlns:a14="http://schemas.microsoft.com/office/drawing/2010/main" val="0"/>
                </a:ext>
              </a:extLst>
            </a:blip>
            <a:srcRect r="28753"/>
            <a:stretch/>
          </p:blipFill>
          <p:spPr bwMode="auto">
            <a:xfrm>
              <a:off x="6828468" y="4484066"/>
              <a:ext cx="849138" cy="272010"/>
            </a:xfrm>
            <a:prstGeom prst="rect">
              <a:avLst/>
            </a:prstGeom>
            <a:noFill/>
            <a:extLst>
              <a:ext uri="{909E8E84-426E-40DD-AFC4-6F175D3DCCD1}">
                <a14:hiddenFill xmlns:a14="http://schemas.microsoft.com/office/drawing/2010/main">
                  <a:solidFill>
                    <a:srgbClr val="FFFFFF"/>
                  </a:solidFill>
                </a14:hiddenFill>
              </a:ext>
            </a:extLst>
          </p:spPr>
        </p:pic>
      </p:grpSp>
      <p:pic>
        <p:nvPicPr>
          <p:cNvPr id="18" name="Picture 17">
            <a:extLst>
              <a:ext uri="{FF2B5EF4-FFF2-40B4-BE49-F238E27FC236}">
                <a16:creationId xmlns:a16="http://schemas.microsoft.com/office/drawing/2014/main" id="{405222CA-BB78-BF81-EB7C-885D41BFCC06}"/>
              </a:ext>
            </a:extLst>
          </p:cNvPr>
          <p:cNvPicPr>
            <a:picLocks noChangeAspect="1"/>
          </p:cNvPicPr>
          <p:nvPr/>
        </p:nvPicPr>
        <p:blipFill>
          <a:blip r:embed="rId13"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3554458" y="3392036"/>
            <a:ext cx="650863" cy="564890"/>
          </a:xfrm>
          <a:prstGeom prst="rect">
            <a:avLst/>
          </a:prstGeom>
        </p:spPr>
      </p:pic>
      <p:sp>
        <p:nvSpPr>
          <p:cNvPr id="24" name="TextBox 23">
            <a:extLst>
              <a:ext uri="{FF2B5EF4-FFF2-40B4-BE49-F238E27FC236}">
                <a16:creationId xmlns:a16="http://schemas.microsoft.com/office/drawing/2014/main" id="{EFC30146-45F9-4246-C1ED-5F1D9627AAB0}"/>
              </a:ext>
            </a:extLst>
          </p:cNvPr>
          <p:cNvSpPr txBox="1"/>
          <p:nvPr/>
        </p:nvSpPr>
        <p:spPr>
          <a:xfrm>
            <a:off x="1042002" y="6092605"/>
            <a:ext cx="2249068" cy="276999"/>
          </a:xfrm>
          <a:prstGeom prst="rect">
            <a:avLst/>
          </a:prstGeom>
          <a:noFill/>
        </p:spPr>
        <p:txBody>
          <a:bodyPr wrap="square">
            <a:spAutoFit/>
          </a:bodyPr>
          <a:lstStyle/>
          <a:p>
            <a:pPr algn="ctr"/>
            <a:r>
              <a:rPr lang="en-US" sz="1200" dirty="0">
                <a:solidFill>
                  <a:schemeClr val="bg2">
                    <a:lumMod val="10000"/>
                  </a:schemeClr>
                </a:solidFill>
              </a:rPr>
              <a:t>Limited liability Company Foreign</a:t>
            </a:r>
          </a:p>
        </p:txBody>
      </p:sp>
      <p:pic>
        <p:nvPicPr>
          <p:cNvPr id="26" name="Picture 2" descr="Customer service, financial, front office, service icon - Download on  Iconfinder">
            <a:extLst>
              <a:ext uri="{FF2B5EF4-FFF2-40B4-BE49-F238E27FC236}">
                <a16:creationId xmlns:a16="http://schemas.microsoft.com/office/drawing/2014/main" id="{2693E425-8821-240C-056B-8201A9463568}"/>
              </a:ext>
            </a:extLst>
          </p:cNvPr>
          <p:cNvPicPr>
            <a:picLocks noChangeAspect="1" noChangeArrowheads="1"/>
          </p:cNvPicPr>
          <p:nvPr/>
        </p:nvPicPr>
        <p:blipFill>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6043111" y="4901033"/>
            <a:ext cx="1277087" cy="1277087"/>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4" descr="Office address black icon concept Royalty Free Vector Image">
            <a:extLst>
              <a:ext uri="{FF2B5EF4-FFF2-40B4-BE49-F238E27FC236}">
                <a16:creationId xmlns:a16="http://schemas.microsoft.com/office/drawing/2014/main" id="{2933694C-AF04-3D36-0372-69ADECF4A07F}"/>
              </a:ext>
            </a:extLst>
          </p:cNvPr>
          <p:cNvPicPr>
            <a:picLocks noChangeAspect="1" noChangeArrowheads="1"/>
          </p:cNvPicPr>
          <p:nvPr/>
        </p:nvPicPr>
        <p:blipFill rotWithShape="1">
          <a:blip r:embed="rId15" cstate="print">
            <a:clrChange>
              <a:clrFrom>
                <a:srgbClr val="FFFFFF"/>
              </a:clrFrom>
              <a:clrTo>
                <a:srgbClr val="FF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t="10519" b="18249"/>
          <a:stretch/>
        </p:blipFill>
        <p:spPr bwMode="auto">
          <a:xfrm>
            <a:off x="5109327" y="4923004"/>
            <a:ext cx="1354190" cy="104179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6">
            <a:extLst>
              <a:ext uri="{FF2B5EF4-FFF2-40B4-BE49-F238E27FC236}">
                <a16:creationId xmlns:a16="http://schemas.microsoft.com/office/drawing/2014/main" id="{CA6D99BA-CB12-1AD2-A646-6F5F466019CF}"/>
              </a:ext>
            </a:extLst>
          </p:cNvPr>
          <p:cNvPicPr>
            <a:picLocks noChangeAspect="1" noChangeArrowheads="1"/>
          </p:cNvPicPr>
          <p:nvPr/>
        </p:nvPicPr>
        <p:blipFill>
          <a:blip r:embed="rId16">
            <a:biLevel thresh="75000"/>
            <a:extLst>
              <a:ext uri="{28A0092B-C50C-407E-A947-70E740481C1C}">
                <a14:useLocalDpi xmlns:a14="http://schemas.microsoft.com/office/drawing/2010/main" val="0"/>
              </a:ext>
            </a:extLst>
          </a:blip>
          <a:srcRect/>
          <a:stretch>
            <a:fillRect/>
          </a:stretch>
        </p:blipFill>
        <p:spPr bwMode="auto">
          <a:xfrm>
            <a:off x="1769478" y="5290601"/>
            <a:ext cx="738893" cy="707967"/>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a:extLst>
              <a:ext uri="{FF2B5EF4-FFF2-40B4-BE49-F238E27FC236}">
                <a16:creationId xmlns:a16="http://schemas.microsoft.com/office/drawing/2014/main" id="{F22E2490-E418-ED84-03C6-C3FDB9DA7C73}"/>
              </a:ext>
            </a:extLst>
          </p:cNvPr>
          <p:cNvPicPr>
            <a:picLocks noChangeAspect="1"/>
          </p:cNvPicPr>
          <p:nvPr/>
        </p:nvPicPr>
        <p:blipFill>
          <a:blip r:embed="rId17" cstate="print">
            <a:extLst>
              <a:ext uri="{28A0092B-C50C-407E-A947-70E740481C1C}">
                <a14:useLocalDpi xmlns:a14="http://schemas.microsoft.com/office/drawing/2010/main" val="0"/>
              </a:ext>
            </a:extLst>
          </a:blip>
          <a:stretch>
            <a:fillRect/>
          </a:stretch>
        </p:blipFill>
        <p:spPr>
          <a:xfrm>
            <a:off x="1893773" y="5136127"/>
            <a:ext cx="245152" cy="156309"/>
          </a:xfrm>
          <a:prstGeom prst="rect">
            <a:avLst/>
          </a:prstGeom>
        </p:spPr>
      </p:pic>
      <p:pic>
        <p:nvPicPr>
          <p:cNvPr id="33" name="Picture 32" descr="A blue and black logo&#10;&#10;Description automatically generated">
            <a:extLst>
              <a:ext uri="{FF2B5EF4-FFF2-40B4-BE49-F238E27FC236}">
                <a16:creationId xmlns:a16="http://schemas.microsoft.com/office/drawing/2014/main" id="{47B4714E-F899-3D73-EF92-FE948ACEFB5C}"/>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3461905" y="3015144"/>
            <a:ext cx="866859" cy="347183"/>
          </a:xfrm>
          <a:prstGeom prst="rect">
            <a:avLst/>
          </a:prstGeom>
        </p:spPr>
      </p:pic>
      <p:cxnSp>
        <p:nvCxnSpPr>
          <p:cNvPr id="34" name="Straight Connector 33">
            <a:extLst>
              <a:ext uri="{FF2B5EF4-FFF2-40B4-BE49-F238E27FC236}">
                <a16:creationId xmlns:a16="http://schemas.microsoft.com/office/drawing/2014/main" id="{3B4A0B80-F304-998A-4187-4F22308A28E7}"/>
              </a:ext>
            </a:extLst>
          </p:cNvPr>
          <p:cNvCxnSpPr/>
          <p:nvPr/>
        </p:nvCxnSpPr>
        <p:spPr>
          <a:xfrm>
            <a:off x="7994960" y="1564791"/>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pic>
        <p:nvPicPr>
          <p:cNvPr id="35" name="Graphic 34" descr="Badge 4 with solid fill">
            <a:extLst>
              <a:ext uri="{FF2B5EF4-FFF2-40B4-BE49-F238E27FC236}">
                <a16:creationId xmlns:a16="http://schemas.microsoft.com/office/drawing/2014/main" id="{7BA947E4-2807-1A91-DF38-2BCF7A8DFAE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4455314" y="1347580"/>
            <a:ext cx="756000" cy="756000"/>
          </a:xfrm>
          <a:prstGeom prst="rect">
            <a:avLst/>
          </a:prstGeom>
        </p:spPr>
      </p:pic>
      <p:graphicFrame>
        <p:nvGraphicFramePr>
          <p:cNvPr id="36" name="Diagram 35">
            <a:extLst>
              <a:ext uri="{FF2B5EF4-FFF2-40B4-BE49-F238E27FC236}">
                <a16:creationId xmlns:a16="http://schemas.microsoft.com/office/drawing/2014/main" id="{8D2F2199-0E3C-2819-EBAD-02146B98015C}"/>
              </a:ext>
            </a:extLst>
          </p:cNvPr>
          <p:cNvGraphicFramePr/>
          <p:nvPr/>
        </p:nvGraphicFramePr>
        <p:xfrm>
          <a:off x="7939156" y="1963547"/>
          <a:ext cx="4056157" cy="4467293"/>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pic>
        <p:nvPicPr>
          <p:cNvPr id="37" name="Picture 36">
            <a:extLst>
              <a:ext uri="{FF2B5EF4-FFF2-40B4-BE49-F238E27FC236}">
                <a16:creationId xmlns:a16="http://schemas.microsoft.com/office/drawing/2014/main" id="{5E7F26A6-28D2-4279-78E9-38A50A2AE291}"/>
              </a:ext>
            </a:extLst>
          </p:cNvPr>
          <p:cNvPicPr>
            <a:picLocks noChangeAspect="1"/>
          </p:cNvPicPr>
          <p:nvPr/>
        </p:nvPicPr>
        <p:blipFill>
          <a:blip r:embed="rId2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8194559" y="2925770"/>
            <a:ext cx="994649" cy="677586"/>
          </a:xfrm>
          <a:prstGeom prst="rect">
            <a:avLst/>
          </a:prstGeom>
        </p:spPr>
      </p:pic>
      <p:pic>
        <p:nvPicPr>
          <p:cNvPr id="38" name="Picture 20">
            <a:extLst>
              <a:ext uri="{FF2B5EF4-FFF2-40B4-BE49-F238E27FC236}">
                <a16:creationId xmlns:a16="http://schemas.microsoft.com/office/drawing/2014/main" id="{379E689B-C365-B688-2A62-5DBD65FAB7AF}"/>
              </a:ext>
            </a:extLst>
          </p:cNvPr>
          <p:cNvPicPr>
            <a:picLocks noChangeAspect="1"/>
          </p:cNvPicPr>
          <p:nvPr/>
        </p:nvPicPr>
        <p:blipFill>
          <a:blip r:embed="rId26"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0696328" y="2257297"/>
            <a:ext cx="928715" cy="424407"/>
          </a:xfrm>
          <a:prstGeom prst="rect">
            <a:avLst/>
          </a:prstGeom>
        </p:spPr>
      </p:pic>
      <p:pic>
        <p:nvPicPr>
          <p:cNvPr id="39" name="Graphic 38" descr="Arrow circle">
            <a:extLst>
              <a:ext uri="{FF2B5EF4-FFF2-40B4-BE49-F238E27FC236}">
                <a16:creationId xmlns:a16="http://schemas.microsoft.com/office/drawing/2014/main" id="{6CDB6D9C-0F3C-4289-1035-D188A85084E6}"/>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7"/>
              </a:ext>
            </a:extLst>
          </a:blip>
          <a:stretch>
            <a:fillRect/>
          </a:stretch>
        </p:blipFill>
        <p:spPr>
          <a:xfrm>
            <a:off x="10537810" y="3685373"/>
            <a:ext cx="1000238" cy="1000238"/>
          </a:xfrm>
          <a:prstGeom prst="rect">
            <a:avLst/>
          </a:prstGeom>
        </p:spPr>
      </p:pic>
      <p:pic>
        <p:nvPicPr>
          <p:cNvPr id="40" name="Graphic 39" descr="Clipboard Badge">
            <a:extLst>
              <a:ext uri="{FF2B5EF4-FFF2-40B4-BE49-F238E27FC236}">
                <a16:creationId xmlns:a16="http://schemas.microsoft.com/office/drawing/2014/main" id="{496D68CF-AC6E-5569-752F-7DB1C95927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8"/>
              </a:ext>
            </a:extLst>
          </a:blip>
          <a:stretch>
            <a:fillRect/>
          </a:stretch>
        </p:blipFill>
        <p:spPr>
          <a:xfrm>
            <a:off x="8417619" y="4556486"/>
            <a:ext cx="914400" cy="914400"/>
          </a:xfrm>
          <a:prstGeom prst="rect">
            <a:avLst/>
          </a:prstGeom>
        </p:spPr>
      </p:pic>
      <p:pic>
        <p:nvPicPr>
          <p:cNvPr id="41" name="Graphic 40" descr="Inbox Check">
            <a:extLst>
              <a:ext uri="{FF2B5EF4-FFF2-40B4-BE49-F238E27FC236}">
                <a16:creationId xmlns:a16="http://schemas.microsoft.com/office/drawing/2014/main" id="{5CF721E1-2B06-F089-A5B5-566735F2CE3B}"/>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9"/>
              </a:ext>
            </a:extLst>
          </a:blip>
          <a:stretch>
            <a:fillRect/>
          </a:stretch>
        </p:blipFill>
        <p:spPr>
          <a:xfrm>
            <a:off x="10544422" y="5388866"/>
            <a:ext cx="914400" cy="914400"/>
          </a:xfrm>
          <a:prstGeom prst="rect">
            <a:avLst/>
          </a:prstGeom>
        </p:spPr>
      </p:pic>
      <p:pic>
        <p:nvPicPr>
          <p:cNvPr id="42" name="Picture 41">
            <a:extLst>
              <a:ext uri="{FF2B5EF4-FFF2-40B4-BE49-F238E27FC236}">
                <a16:creationId xmlns:a16="http://schemas.microsoft.com/office/drawing/2014/main" id="{F3F87484-46D7-E19D-D375-C31A3C71A4D9}"/>
              </a:ext>
            </a:extLst>
          </p:cNvPr>
          <p:cNvPicPr>
            <a:picLocks noChangeAspect="1"/>
          </p:cNvPicPr>
          <p:nvPr/>
        </p:nvPicPr>
        <p:blipFill rotWithShape="1">
          <a:blip r:embed="rId30">
            <a:clrChange>
              <a:clrFrom>
                <a:srgbClr val="FFFFFF"/>
              </a:clrFrom>
              <a:clrTo>
                <a:srgbClr val="FFFFFF">
                  <a:alpha val="0"/>
                </a:srgbClr>
              </a:clrTo>
            </a:clrChange>
            <a:biLevel thresh="25000"/>
          </a:blip>
          <a:srcRect l="40065"/>
          <a:stretch/>
        </p:blipFill>
        <p:spPr>
          <a:xfrm>
            <a:off x="8874100" y="2397778"/>
            <a:ext cx="787108" cy="558634"/>
          </a:xfrm>
          <a:prstGeom prst="rect">
            <a:avLst/>
          </a:prstGeom>
        </p:spPr>
      </p:pic>
      <p:pic>
        <p:nvPicPr>
          <p:cNvPr id="43" name="Picture 42">
            <a:extLst>
              <a:ext uri="{FF2B5EF4-FFF2-40B4-BE49-F238E27FC236}">
                <a16:creationId xmlns:a16="http://schemas.microsoft.com/office/drawing/2014/main" id="{F51528D2-1B6A-438C-4730-E29E5F525BC4}"/>
              </a:ext>
            </a:extLst>
          </p:cNvPr>
          <p:cNvPicPr>
            <a:picLocks noChangeAspect="1"/>
          </p:cNvPicPr>
          <p:nvPr/>
        </p:nvPicPr>
        <p:blipFill rotWithShape="1">
          <a:blip r:embed="rId30">
            <a:clrChange>
              <a:clrFrom>
                <a:srgbClr val="FFFFFF"/>
              </a:clrFrom>
              <a:clrTo>
                <a:srgbClr val="FFFFFF">
                  <a:alpha val="0"/>
                </a:srgbClr>
              </a:clrTo>
            </a:clrChange>
            <a:lum bright="70000" contrast="-70000"/>
          </a:blip>
          <a:srcRect r="62032"/>
          <a:stretch/>
        </p:blipFill>
        <p:spPr>
          <a:xfrm>
            <a:off x="8913142" y="1934642"/>
            <a:ext cx="676904" cy="758360"/>
          </a:xfrm>
          <a:prstGeom prst="rect">
            <a:avLst/>
          </a:prstGeom>
        </p:spPr>
      </p:pic>
      <p:pic>
        <p:nvPicPr>
          <p:cNvPr id="44" name="Picture 4" descr="الرئيسية | قوى">
            <a:extLst>
              <a:ext uri="{FF2B5EF4-FFF2-40B4-BE49-F238E27FC236}">
                <a16:creationId xmlns:a16="http://schemas.microsoft.com/office/drawing/2014/main" id="{E0D9C820-5C9F-D3C7-319F-1537FEEAE731}"/>
              </a:ext>
            </a:extLst>
          </p:cNvPr>
          <p:cNvPicPr>
            <a:picLocks noChangeAspect="1" noChangeArrowheads="1"/>
          </p:cNvPicPr>
          <p:nvPr/>
        </p:nvPicPr>
        <p:blipFill>
          <a:blip r:embed="rId31" cstate="print">
            <a:lum bright="70000" contrast="-70000"/>
            <a:extLst>
              <a:ext uri="{28A0092B-C50C-407E-A947-70E740481C1C}">
                <a14:useLocalDpi xmlns:a14="http://schemas.microsoft.com/office/drawing/2010/main" val="0"/>
              </a:ext>
            </a:extLst>
          </a:blip>
          <a:srcRect/>
          <a:stretch>
            <a:fillRect/>
          </a:stretch>
        </p:blipFill>
        <p:spPr bwMode="auto">
          <a:xfrm>
            <a:off x="10366750" y="3030379"/>
            <a:ext cx="681844" cy="604731"/>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descr="Mudad | مُدد (@Mudad_sa) | Twitter">
            <a:extLst>
              <a:ext uri="{FF2B5EF4-FFF2-40B4-BE49-F238E27FC236}">
                <a16:creationId xmlns:a16="http://schemas.microsoft.com/office/drawing/2014/main" id="{83113E9D-31DF-5010-43A2-8ADDFD76C107}"/>
              </a:ext>
            </a:extLst>
          </p:cNvPr>
          <p:cNvPicPr>
            <a:picLocks noChangeAspect="1" noChangeArrowheads="1"/>
          </p:cNvPicPr>
          <p:nvPr/>
        </p:nvPicPr>
        <p:blipFill>
          <a:blip r:embed="rId32"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a:stretch>
            <a:fillRect/>
          </a:stretch>
        </p:blipFill>
        <p:spPr bwMode="auto">
          <a:xfrm>
            <a:off x="10173021" y="4501858"/>
            <a:ext cx="998288" cy="998288"/>
          </a:xfrm>
          <a:prstGeom prst="rect">
            <a:avLst/>
          </a:prstGeom>
          <a:noFill/>
          <a:extLst>
            <a:ext uri="{909E8E84-426E-40DD-AFC4-6F175D3DCCD1}">
              <a14:hiddenFill xmlns:a14="http://schemas.microsoft.com/office/drawing/2010/main">
                <a:solidFill>
                  <a:srgbClr val="FFFFFF"/>
                </a:solidFill>
              </a14:hiddenFill>
            </a:ext>
          </a:extLst>
        </p:spPr>
      </p:pic>
      <p:pic>
        <p:nvPicPr>
          <p:cNvPr id="46" name="Picture 4" descr="طريقة إصدار إقامة جديدة مقيم لأول مرة برقم الحدود عبر بوابة مقيم - ثقفني">
            <a:extLst>
              <a:ext uri="{FF2B5EF4-FFF2-40B4-BE49-F238E27FC236}">
                <a16:creationId xmlns:a16="http://schemas.microsoft.com/office/drawing/2014/main" id="{1B7C43B6-A00A-D648-093F-23DC99B1B058}"/>
              </a:ext>
            </a:extLst>
          </p:cNvPr>
          <p:cNvPicPr>
            <a:picLocks noChangeAspect="1" noChangeArrowheads="1"/>
          </p:cNvPicPr>
          <p:nvPr/>
        </p:nvPicPr>
        <p:blipFill rotWithShape="1">
          <a:blip r:embed="rId33" cstate="print">
            <a:clrChange>
              <a:clrFrom>
                <a:srgbClr val="FFFFFF"/>
              </a:clrFrom>
              <a:clrTo>
                <a:srgbClr val="FFFFFF">
                  <a:alpha val="0"/>
                </a:srgbClr>
              </a:clrTo>
            </a:clrChange>
            <a:biLevel thresh="25000"/>
            <a:extLst>
              <a:ext uri="{28A0092B-C50C-407E-A947-70E740481C1C}">
                <a14:useLocalDpi xmlns:a14="http://schemas.microsoft.com/office/drawing/2010/main" val="0"/>
              </a:ext>
            </a:extLst>
          </a:blip>
          <a:srcRect l="11180" t="27604" r="44282" b="32483"/>
          <a:stretch/>
        </p:blipFill>
        <p:spPr bwMode="auto">
          <a:xfrm>
            <a:off x="9006848" y="5890628"/>
            <a:ext cx="614473" cy="309741"/>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4" descr="طريقة إصدار إقامة جديدة مقيم لأول مرة برقم الحدود عبر بوابة مقيم - ثقفني">
            <a:extLst>
              <a:ext uri="{FF2B5EF4-FFF2-40B4-BE49-F238E27FC236}">
                <a16:creationId xmlns:a16="http://schemas.microsoft.com/office/drawing/2014/main" id="{533ECA95-8A2E-10C5-5ED5-BE695A45621D}"/>
              </a:ext>
            </a:extLst>
          </p:cNvPr>
          <p:cNvPicPr>
            <a:picLocks noChangeAspect="1" noChangeArrowheads="1"/>
          </p:cNvPicPr>
          <p:nvPr/>
        </p:nvPicPr>
        <p:blipFill rotWithShape="1">
          <a:blip r:embed="rId34" cstate="print">
            <a:clrChange>
              <a:clrFrom>
                <a:srgbClr val="FFFFFF"/>
              </a:clrFrom>
              <a:clrTo>
                <a:srgbClr val="FFFFFF">
                  <a:alpha val="0"/>
                </a:srgbClr>
              </a:clrTo>
            </a:clrChange>
            <a:lum bright="70000" contrast="-70000"/>
            <a:extLst>
              <a:ext uri="{28A0092B-C50C-407E-A947-70E740481C1C}">
                <a14:useLocalDpi xmlns:a14="http://schemas.microsoft.com/office/drawing/2010/main" val="0"/>
              </a:ext>
            </a:extLst>
          </a:blip>
          <a:srcRect l="61471" t="25579" r="14599" b="25947"/>
          <a:stretch/>
        </p:blipFill>
        <p:spPr bwMode="auto">
          <a:xfrm>
            <a:off x="9058814" y="5466840"/>
            <a:ext cx="356960" cy="40673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47">
            <a:extLst>
              <a:ext uri="{FF2B5EF4-FFF2-40B4-BE49-F238E27FC236}">
                <a16:creationId xmlns:a16="http://schemas.microsoft.com/office/drawing/2014/main" id="{13A64531-6571-9C74-126C-45A9F7172BCD}"/>
              </a:ext>
            </a:extLst>
          </p:cNvPr>
          <p:cNvPicPr>
            <a:picLocks noChangeAspect="1"/>
          </p:cNvPicPr>
          <p:nvPr/>
        </p:nvPicPr>
        <p:blipFill>
          <a:blip r:embed="rId35">
            <a:clrChange>
              <a:clrFrom>
                <a:srgbClr val="FFFFFF"/>
              </a:clrFrom>
              <a:clrTo>
                <a:srgbClr val="FFFFFF">
                  <a:alpha val="0"/>
                </a:srgbClr>
              </a:clrTo>
            </a:clrChange>
            <a:lum bright="70000" contrast="-70000"/>
          </a:blip>
          <a:srcRect l="13658" t="19589" r="15146" b="19072"/>
          <a:stretch/>
        </p:blipFill>
        <p:spPr>
          <a:xfrm>
            <a:off x="8901727" y="3913199"/>
            <a:ext cx="752469" cy="502996"/>
          </a:xfrm>
          <a:prstGeom prst="rect">
            <a:avLst/>
          </a:prstGeom>
        </p:spPr>
      </p:pic>
      <p:pic>
        <p:nvPicPr>
          <p:cNvPr id="49" name="Picture 48" descr="A blue and black logo&#10;&#10;Description automatically generated">
            <a:extLst>
              <a:ext uri="{FF2B5EF4-FFF2-40B4-BE49-F238E27FC236}">
                <a16:creationId xmlns:a16="http://schemas.microsoft.com/office/drawing/2014/main" id="{2E45EC4C-3A8E-3B66-5440-6231883441F5}"/>
              </a:ext>
            </a:extLst>
          </p:cNvPr>
          <p:cNvPicPr>
            <a:picLocks noChangeAspect="1"/>
          </p:cNvPicPr>
          <p:nvPr/>
        </p:nvPicPr>
        <p:blipFill>
          <a:blip r:embed="rId18">
            <a:lum bright="70000" contrast="-70000"/>
            <a:extLst>
              <a:ext uri="{28A0092B-C50C-407E-A947-70E740481C1C}">
                <a14:useLocalDpi xmlns:a14="http://schemas.microsoft.com/office/drawing/2010/main" val="0"/>
              </a:ext>
            </a:extLst>
          </a:blip>
          <a:stretch>
            <a:fillRect/>
          </a:stretch>
        </p:blipFill>
        <p:spPr>
          <a:xfrm>
            <a:off x="5850909" y="5073347"/>
            <a:ext cx="192202" cy="76978"/>
          </a:xfrm>
          <a:prstGeom prst="rect">
            <a:avLst/>
          </a:prstGeom>
        </p:spPr>
      </p:pic>
      <p:sp>
        <p:nvSpPr>
          <p:cNvPr id="50" name="TextBox 49">
            <a:extLst>
              <a:ext uri="{FF2B5EF4-FFF2-40B4-BE49-F238E27FC236}">
                <a16:creationId xmlns:a16="http://schemas.microsoft.com/office/drawing/2014/main" id="{2B70351C-C0EB-CDCE-ACEE-66246BDD1BDE}"/>
              </a:ext>
            </a:extLst>
          </p:cNvPr>
          <p:cNvSpPr txBox="1"/>
          <p:nvPr/>
        </p:nvSpPr>
        <p:spPr>
          <a:xfrm>
            <a:off x="8631217" y="1605780"/>
            <a:ext cx="3826410" cy="276999"/>
          </a:xfrm>
          <a:prstGeom prst="rect">
            <a:avLst/>
          </a:prstGeom>
          <a:noFill/>
        </p:spPr>
        <p:txBody>
          <a:bodyPr wrap="square">
            <a:spAutoFit/>
          </a:bodyPr>
          <a:lstStyle/>
          <a:p>
            <a:r>
              <a:rPr lang="en-US" sz="1200" dirty="0">
                <a:solidFill>
                  <a:srgbClr val="0F3353"/>
                </a:solidFill>
                <a:latin typeface="+mj-lt"/>
              </a:rPr>
              <a:t>HRO&amp;GRO Operations:</a:t>
            </a:r>
          </a:p>
        </p:txBody>
      </p:sp>
      <p:pic>
        <p:nvPicPr>
          <p:cNvPr id="52" name="Graphic 51" descr="Badge 5 with solid fill">
            <a:extLst>
              <a:ext uri="{FF2B5EF4-FFF2-40B4-BE49-F238E27FC236}">
                <a16:creationId xmlns:a16="http://schemas.microsoft.com/office/drawing/2014/main" id="{558CC15C-5DD3-8C4B-CD6A-779ABEBCC4E4}"/>
              </a:ext>
            </a:extLst>
          </p:cNvPr>
          <p:cNvPicPr>
            <a:picLocks noChangeAspect="1"/>
          </p:cNvPicPr>
          <p:nvPr/>
        </p:nvPicPr>
        <p:blipFill>
          <a:blip>
            <a:extLst>
              <a:ext uri="{96DAC541-7B7A-43D3-8B79-37D633B846F1}">
                <asvg:svgBlip xmlns:asvg="http://schemas.microsoft.com/office/drawing/2016/SVG/main" r:embed="rId36"/>
              </a:ext>
            </a:extLst>
          </a:blip>
          <a:stretch>
            <a:fillRect/>
          </a:stretch>
        </p:blipFill>
        <p:spPr>
          <a:xfrm>
            <a:off x="8004785" y="1366279"/>
            <a:ext cx="756000" cy="756000"/>
          </a:xfrm>
          <a:prstGeom prst="rect">
            <a:avLst/>
          </a:prstGeom>
        </p:spPr>
      </p:pic>
      <p:pic>
        <p:nvPicPr>
          <p:cNvPr id="13" name="Graphic 12" descr="Badge 3 with solid fill">
            <a:extLst>
              <a:ext uri="{FF2B5EF4-FFF2-40B4-BE49-F238E27FC236}">
                <a16:creationId xmlns:a16="http://schemas.microsoft.com/office/drawing/2014/main" id="{C5ACD52D-C99B-4D1D-2B54-E77B47756975}"/>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37"/>
              </a:ext>
            </a:extLst>
          </a:blip>
          <a:stretch>
            <a:fillRect/>
          </a:stretch>
        </p:blipFill>
        <p:spPr>
          <a:xfrm>
            <a:off x="72452" y="1284875"/>
            <a:ext cx="756000" cy="756000"/>
          </a:xfrm>
          <a:prstGeom prst="rect">
            <a:avLst/>
          </a:prstGeom>
        </p:spPr>
      </p:pic>
    </p:spTree>
    <p:extLst>
      <p:ext uri="{BB962C8B-B14F-4D97-AF65-F5344CB8AC3E}">
        <p14:creationId xmlns:p14="http://schemas.microsoft.com/office/powerpoint/2010/main" val="38504802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777DF-2960-8A8A-CD85-1AE2149B16F6}"/>
            </a:ext>
          </a:extLst>
        </p:cNvPr>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D7697941-D700-ED3C-8EF6-06AF8B22ED90}"/>
              </a:ext>
            </a:extLst>
          </p:cNvPr>
          <p:cNvSpPr>
            <a:spLocks noGrp="1"/>
          </p:cNvSpPr>
          <p:nvPr>
            <p:ph type="body" orient="vert" idx="1"/>
          </p:nvPr>
        </p:nvSpPr>
        <p:spPr>
          <a:xfrm>
            <a:off x="33276" y="1002611"/>
            <a:ext cx="12125448" cy="365125"/>
          </a:xfrm>
        </p:spPr>
        <p:txBody>
          <a:bodyPr>
            <a:normAutofit/>
          </a:bodyPr>
          <a:lstStyle/>
          <a:p>
            <a:pPr marL="0" indent="0">
              <a:buNone/>
            </a:pPr>
            <a:r>
              <a:rPr lang="en-US" sz="1400" dirty="0"/>
              <a:t>According to (the “Assignment”), We have Additional services, it's optional if the client wants to add to the scope of work:</a:t>
            </a:r>
          </a:p>
        </p:txBody>
      </p:sp>
      <p:sp>
        <p:nvSpPr>
          <p:cNvPr id="4" name="Slide Number Placeholder 3">
            <a:extLst>
              <a:ext uri="{FF2B5EF4-FFF2-40B4-BE49-F238E27FC236}">
                <a16:creationId xmlns:a16="http://schemas.microsoft.com/office/drawing/2014/main" id="{9408E8E4-384D-F988-E05C-76B5FCE489B2}"/>
              </a:ext>
            </a:extLst>
          </p:cNvPr>
          <p:cNvSpPr>
            <a:spLocks noGrp="1"/>
          </p:cNvSpPr>
          <p:nvPr>
            <p:ph type="sldNum" sz="quarter" idx="11"/>
          </p:nvPr>
        </p:nvSpPr>
        <p:spPr/>
        <p:txBody>
          <a:bodyPr/>
          <a:lstStyle/>
          <a:p>
            <a:fld id="{A29190EB-7945-4811-B3CB-0217A9F45703}" type="slidenum">
              <a:rPr lang="en-US" smtClean="0"/>
              <a:pPr/>
              <a:t>21</a:t>
            </a:fld>
            <a:endParaRPr lang="en-US" dirty="0"/>
          </a:p>
        </p:txBody>
      </p:sp>
      <p:cxnSp>
        <p:nvCxnSpPr>
          <p:cNvPr id="80" name="Straight Connector 79">
            <a:extLst>
              <a:ext uri="{FF2B5EF4-FFF2-40B4-BE49-F238E27FC236}">
                <a16:creationId xmlns:a16="http://schemas.microsoft.com/office/drawing/2014/main" id="{683FD2FF-D470-AD8C-77C0-E2B070AC9FD2}"/>
              </a:ext>
            </a:extLst>
          </p:cNvPr>
          <p:cNvCxnSpPr/>
          <p:nvPr/>
        </p:nvCxnSpPr>
        <p:spPr>
          <a:xfrm>
            <a:off x="3307436" y="1629876"/>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4B969BA3-61EC-74AA-1427-888061566F22}"/>
              </a:ext>
            </a:extLst>
          </p:cNvPr>
          <p:cNvCxnSpPr/>
          <p:nvPr/>
        </p:nvCxnSpPr>
        <p:spPr>
          <a:xfrm>
            <a:off x="6314292" y="1655861"/>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pic>
        <p:nvPicPr>
          <p:cNvPr id="82" name="Graphic 81" descr="Badge 8 with solid fill">
            <a:extLst>
              <a:ext uri="{FF2B5EF4-FFF2-40B4-BE49-F238E27FC236}">
                <a16:creationId xmlns:a16="http://schemas.microsoft.com/office/drawing/2014/main" id="{03662B1C-59D3-DA6F-3DBD-C2108E4D42E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6315570" y="1270184"/>
            <a:ext cx="795316" cy="795316"/>
          </a:xfrm>
          <a:prstGeom prst="rect">
            <a:avLst/>
          </a:prstGeom>
        </p:spPr>
      </p:pic>
      <p:cxnSp>
        <p:nvCxnSpPr>
          <p:cNvPr id="84" name="Google Shape;178;p9">
            <a:extLst>
              <a:ext uri="{FF2B5EF4-FFF2-40B4-BE49-F238E27FC236}">
                <a16:creationId xmlns:a16="http://schemas.microsoft.com/office/drawing/2014/main" id="{9CAA77E6-D7DC-2F56-0507-40120C496F4F}"/>
              </a:ext>
            </a:extLst>
          </p:cNvPr>
          <p:cNvCxnSpPr>
            <a:cxnSpLocks/>
          </p:cNvCxnSpPr>
          <p:nvPr/>
        </p:nvCxnSpPr>
        <p:spPr>
          <a:xfrm>
            <a:off x="7923342" y="4735819"/>
            <a:ext cx="1641510" cy="18346"/>
          </a:xfrm>
          <a:prstGeom prst="straightConnector1">
            <a:avLst/>
          </a:prstGeom>
          <a:noFill/>
          <a:ln w="9525" cap="flat" cmpd="sng">
            <a:solidFill>
              <a:srgbClr val="A6862A"/>
            </a:solidFill>
            <a:prstDash val="dash"/>
            <a:round/>
            <a:headEnd type="none" w="sm" len="sm"/>
            <a:tailEnd type="none" w="sm" len="sm"/>
          </a:ln>
        </p:spPr>
      </p:cxnSp>
      <p:cxnSp>
        <p:nvCxnSpPr>
          <p:cNvPr id="85" name="Google Shape;179;p9">
            <a:extLst>
              <a:ext uri="{FF2B5EF4-FFF2-40B4-BE49-F238E27FC236}">
                <a16:creationId xmlns:a16="http://schemas.microsoft.com/office/drawing/2014/main" id="{EA687B04-F86D-2F17-FF2A-06E7EA6E19F8}"/>
              </a:ext>
            </a:extLst>
          </p:cNvPr>
          <p:cNvCxnSpPr/>
          <p:nvPr/>
        </p:nvCxnSpPr>
        <p:spPr>
          <a:xfrm>
            <a:off x="8956111" y="3620273"/>
            <a:ext cx="0" cy="579521"/>
          </a:xfrm>
          <a:prstGeom prst="straightConnector1">
            <a:avLst/>
          </a:prstGeom>
          <a:noFill/>
          <a:ln w="9525" cap="flat" cmpd="sng">
            <a:solidFill>
              <a:srgbClr val="A6862A"/>
            </a:solidFill>
            <a:prstDash val="dash"/>
            <a:round/>
            <a:headEnd type="none" w="sm" len="sm"/>
            <a:tailEnd type="none" w="sm" len="sm"/>
          </a:ln>
        </p:spPr>
      </p:cxnSp>
      <p:cxnSp>
        <p:nvCxnSpPr>
          <p:cNvPr id="86" name="Google Shape;180;p9">
            <a:extLst>
              <a:ext uri="{FF2B5EF4-FFF2-40B4-BE49-F238E27FC236}">
                <a16:creationId xmlns:a16="http://schemas.microsoft.com/office/drawing/2014/main" id="{E845DBF8-5EB0-D30C-89B6-AD0C83252F60}"/>
              </a:ext>
            </a:extLst>
          </p:cNvPr>
          <p:cNvCxnSpPr/>
          <p:nvPr/>
        </p:nvCxnSpPr>
        <p:spPr>
          <a:xfrm rot="10800000">
            <a:off x="7330954" y="3529360"/>
            <a:ext cx="0" cy="626220"/>
          </a:xfrm>
          <a:prstGeom prst="straightConnector1">
            <a:avLst/>
          </a:prstGeom>
          <a:noFill/>
          <a:ln w="9525" cap="flat" cmpd="sng">
            <a:solidFill>
              <a:srgbClr val="A6862A"/>
            </a:solidFill>
            <a:prstDash val="dash"/>
            <a:round/>
            <a:headEnd type="none" w="sm" len="sm"/>
            <a:tailEnd type="none" w="sm" len="sm"/>
          </a:ln>
        </p:spPr>
      </p:cxnSp>
      <p:sp>
        <p:nvSpPr>
          <p:cNvPr id="87" name="Google Shape;181;p9">
            <a:extLst>
              <a:ext uri="{FF2B5EF4-FFF2-40B4-BE49-F238E27FC236}">
                <a16:creationId xmlns:a16="http://schemas.microsoft.com/office/drawing/2014/main" id="{600B8C39-5BA4-3D6B-039A-32BE4970C4B2}"/>
              </a:ext>
            </a:extLst>
          </p:cNvPr>
          <p:cNvSpPr/>
          <p:nvPr/>
        </p:nvSpPr>
        <p:spPr>
          <a:xfrm flipH="1">
            <a:off x="8106127" y="3841676"/>
            <a:ext cx="1599175" cy="1554024"/>
          </a:xfrm>
          <a:prstGeom prst="ellipse">
            <a:avLst/>
          </a:prstGeom>
          <a:solidFill>
            <a:srgbClr val="0F3353"/>
          </a:solidFill>
          <a:ln w="28575" cap="flat" cmpd="sng">
            <a:no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1">
              <a:spcBef>
                <a:spcPts val="0"/>
              </a:spcBef>
              <a:spcAft>
                <a:spcPts val="0"/>
              </a:spcAft>
              <a:buNone/>
            </a:pPr>
            <a:endParaRPr sz="1200">
              <a:solidFill>
                <a:schemeClr val="bg1"/>
              </a:solidFill>
              <a:ea typeface="Calibri"/>
              <a:cs typeface="Calibri"/>
              <a:sym typeface="Calibri"/>
            </a:endParaRPr>
          </a:p>
          <a:p>
            <a:pPr marL="0" marR="0" lvl="0" indent="0" algn="ctr" rtl="1">
              <a:spcBef>
                <a:spcPts val="0"/>
              </a:spcBef>
              <a:spcAft>
                <a:spcPts val="0"/>
              </a:spcAft>
              <a:buNone/>
            </a:pPr>
            <a:endParaRPr sz="1200">
              <a:solidFill>
                <a:schemeClr val="bg1"/>
              </a:solidFill>
              <a:ea typeface="Calibri"/>
              <a:cs typeface="Calibri"/>
              <a:sym typeface="Calibri"/>
            </a:endParaRPr>
          </a:p>
          <a:p>
            <a:pPr marL="0" marR="0" lvl="0" indent="0" algn="ctr" rtl="1">
              <a:spcBef>
                <a:spcPts val="0"/>
              </a:spcBef>
              <a:spcAft>
                <a:spcPts val="0"/>
              </a:spcAft>
              <a:buNone/>
            </a:pPr>
            <a:endParaRPr sz="1200">
              <a:solidFill>
                <a:schemeClr val="bg1"/>
              </a:solidFill>
              <a:ea typeface="Calibri"/>
              <a:cs typeface="Calibri"/>
              <a:sym typeface="Calibri"/>
            </a:endParaRPr>
          </a:p>
          <a:p>
            <a:pPr marL="0" marR="0" lvl="0" indent="0" algn="ctr" rtl="1">
              <a:spcBef>
                <a:spcPts val="0"/>
              </a:spcBef>
              <a:spcAft>
                <a:spcPts val="0"/>
              </a:spcAft>
              <a:buNone/>
            </a:pPr>
            <a:endParaRPr sz="1200">
              <a:solidFill>
                <a:schemeClr val="bg1"/>
              </a:solidFill>
              <a:ea typeface="Calibri"/>
              <a:cs typeface="Calibri"/>
              <a:sym typeface="Calibri"/>
            </a:endParaRPr>
          </a:p>
          <a:p>
            <a:pPr marL="0" marR="0" lvl="0" indent="0" algn="ctr" rtl="1">
              <a:spcBef>
                <a:spcPts val="0"/>
              </a:spcBef>
              <a:spcAft>
                <a:spcPts val="0"/>
              </a:spcAft>
              <a:buNone/>
            </a:pPr>
            <a:r>
              <a:rPr lang="en-US" sz="1200">
                <a:solidFill>
                  <a:schemeClr val="bg1"/>
                </a:solidFill>
                <a:ea typeface="Calibri"/>
                <a:cs typeface="Calibri"/>
                <a:sym typeface="Calibri"/>
              </a:rPr>
              <a:t>Approval of registration</a:t>
            </a:r>
            <a:endParaRPr sz="1200" b="1">
              <a:solidFill>
                <a:schemeClr val="bg1"/>
              </a:solidFill>
              <a:ea typeface="Calibri"/>
              <a:cs typeface="Calibri"/>
              <a:sym typeface="Calibri"/>
            </a:endParaRPr>
          </a:p>
        </p:txBody>
      </p:sp>
      <p:sp>
        <p:nvSpPr>
          <p:cNvPr id="88" name="Google Shape;182;p9">
            <a:extLst>
              <a:ext uri="{FF2B5EF4-FFF2-40B4-BE49-F238E27FC236}">
                <a16:creationId xmlns:a16="http://schemas.microsoft.com/office/drawing/2014/main" id="{6E04184D-62EF-BEE2-D954-F167D0AC2827}"/>
              </a:ext>
            </a:extLst>
          </p:cNvPr>
          <p:cNvSpPr/>
          <p:nvPr/>
        </p:nvSpPr>
        <p:spPr>
          <a:xfrm flipH="1">
            <a:off x="6470846" y="2155686"/>
            <a:ext cx="1512847" cy="1491276"/>
          </a:xfrm>
          <a:prstGeom prst="ellipse">
            <a:avLst/>
          </a:prstGeom>
          <a:solidFill>
            <a:srgbClr val="0F3353"/>
          </a:solidFill>
          <a:ln w="28575" cap="flat" cmpd="sng">
            <a:no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1">
              <a:spcBef>
                <a:spcPts val="0"/>
              </a:spcBef>
              <a:spcAft>
                <a:spcPts val="0"/>
              </a:spcAft>
              <a:buNone/>
            </a:pPr>
            <a:endParaRPr sz="1000">
              <a:solidFill>
                <a:schemeClr val="bg1"/>
              </a:solidFill>
              <a:ea typeface="Calibri"/>
              <a:cs typeface="Calibri"/>
              <a:sym typeface="Calibri"/>
            </a:endParaRPr>
          </a:p>
          <a:p>
            <a:pPr marL="0" marR="0" lvl="0" indent="0" algn="ctr" rtl="1">
              <a:spcBef>
                <a:spcPts val="0"/>
              </a:spcBef>
              <a:spcAft>
                <a:spcPts val="0"/>
              </a:spcAft>
              <a:buNone/>
            </a:pPr>
            <a:endParaRPr sz="1000">
              <a:solidFill>
                <a:schemeClr val="bg1"/>
              </a:solidFill>
              <a:ea typeface="Calibri"/>
              <a:cs typeface="Calibri"/>
              <a:sym typeface="Calibri"/>
            </a:endParaRPr>
          </a:p>
          <a:p>
            <a:pPr marL="0" marR="0" lvl="0" indent="0" algn="ctr" rtl="1">
              <a:spcBef>
                <a:spcPts val="0"/>
              </a:spcBef>
              <a:spcAft>
                <a:spcPts val="0"/>
              </a:spcAft>
              <a:buNone/>
            </a:pPr>
            <a:endParaRPr sz="1000">
              <a:solidFill>
                <a:schemeClr val="bg1"/>
              </a:solidFill>
              <a:ea typeface="Calibri"/>
              <a:cs typeface="Calibri"/>
              <a:sym typeface="Calibri"/>
            </a:endParaRPr>
          </a:p>
          <a:p>
            <a:pPr marL="0" marR="0" lvl="0" indent="0" algn="ctr" rtl="1">
              <a:spcBef>
                <a:spcPts val="0"/>
              </a:spcBef>
              <a:spcAft>
                <a:spcPts val="0"/>
              </a:spcAft>
              <a:buNone/>
            </a:pPr>
            <a:endParaRPr sz="1000">
              <a:solidFill>
                <a:schemeClr val="bg1"/>
              </a:solidFill>
              <a:ea typeface="Calibri"/>
              <a:cs typeface="Calibri"/>
              <a:sym typeface="Calibri"/>
            </a:endParaRPr>
          </a:p>
          <a:p>
            <a:pPr marL="0" marR="0" lvl="0" indent="0" algn="ctr" rtl="1">
              <a:spcBef>
                <a:spcPts val="0"/>
              </a:spcBef>
              <a:spcAft>
                <a:spcPts val="0"/>
              </a:spcAft>
              <a:buNone/>
            </a:pPr>
            <a:r>
              <a:rPr lang="en-US" sz="1200">
                <a:solidFill>
                  <a:schemeClr val="bg1"/>
                </a:solidFill>
                <a:ea typeface="Calibri"/>
                <a:cs typeface="Calibri"/>
                <a:sym typeface="Calibri"/>
              </a:rPr>
              <a:t>Workshop with Client</a:t>
            </a:r>
            <a:endParaRPr>
              <a:solidFill>
                <a:schemeClr val="bg1"/>
              </a:solidFill>
            </a:endParaRPr>
          </a:p>
        </p:txBody>
      </p:sp>
      <p:sp>
        <p:nvSpPr>
          <p:cNvPr id="89" name="Google Shape;183;p9">
            <a:extLst>
              <a:ext uri="{FF2B5EF4-FFF2-40B4-BE49-F238E27FC236}">
                <a16:creationId xmlns:a16="http://schemas.microsoft.com/office/drawing/2014/main" id="{08D70B67-7F5C-A6CE-981A-8FBFF8800613}"/>
              </a:ext>
            </a:extLst>
          </p:cNvPr>
          <p:cNvSpPr/>
          <p:nvPr/>
        </p:nvSpPr>
        <p:spPr>
          <a:xfrm flipH="1">
            <a:off x="8148331" y="2154365"/>
            <a:ext cx="1485388" cy="1498777"/>
          </a:xfrm>
          <a:prstGeom prst="ellipse">
            <a:avLst/>
          </a:prstGeom>
          <a:solidFill>
            <a:srgbClr val="0F3353"/>
          </a:solidFill>
          <a:ln w="28575" cap="flat" cmpd="sng">
            <a:no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dirty="0">
              <a:solidFill>
                <a:schemeClr val="bg1"/>
              </a:solidFill>
              <a:ea typeface="Calibri"/>
              <a:cs typeface="Calibri"/>
              <a:sym typeface="Calibri"/>
            </a:endParaRPr>
          </a:p>
          <a:p>
            <a:pPr marL="0" marR="0" lvl="0" indent="0" algn="ctr" rtl="0">
              <a:spcBef>
                <a:spcPts val="0"/>
              </a:spcBef>
              <a:spcAft>
                <a:spcPts val="0"/>
              </a:spcAft>
              <a:buNone/>
            </a:pPr>
            <a:endParaRPr sz="1200" dirty="0">
              <a:solidFill>
                <a:schemeClr val="bg1"/>
              </a:solidFill>
              <a:ea typeface="Calibri"/>
              <a:cs typeface="Calibri"/>
              <a:sym typeface="Calibri"/>
            </a:endParaRPr>
          </a:p>
          <a:p>
            <a:pPr marL="0" marR="0" lvl="0" indent="0" algn="ctr" rtl="0">
              <a:spcBef>
                <a:spcPts val="0"/>
              </a:spcBef>
              <a:spcAft>
                <a:spcPts val="0"/>
              </a:spcAft>
              <a:buNone/>
            </a:pPr>
            <a:endParaRPr sz="1200" dirty="0">
              <a:solidFill>
                <a:schemeClr val="bg1"/>
              </a:solidFill>
              <a:ea typeface="Calibri"/>
              <a:cs typeface="Calibri"/>
              <a:sym typeface="Calibri"/>
            </a:endParaRPr>
          </a:p>
          <a:p>
            <a:pPr marL="0" marR="0" lvl="0" indent="0" algn="ctr" rtl="0">
              <a:spcBef>
                <a:spcPts val="0"/>
              </a:spcBef>
              <a:spcAft>
                <a:spcPts val="0"/>
              </a:spcAft>
              <a:buNone/>
            </a:pPr>
            <a:endParaRPr sz="1200" dirty="0">
              <a:solidFill>
                <a:schemeClr val="bg1"/>
              </a:solidFill>
              <a:ea typeface="Calibri"/>
              <a:cs typeface="Calibri"/>
              <a:sym typeface="Calibri"/>
            </a:endParaRPr>
          </a:p>
          <a:p>
            <a:pPr marL="0" marR="0" lvl="0" indent="0" algn="ctr" rtl="0">
              <a:spcBef>
                <a:spcPts val="0"/>
              </a:spcBef>
              <a:spcAft>
                <a:spcPts val="0"/>
              </a:spcAft>
              <a:buNone/>
            </a:pPr>
            <a:r>
              <a:rPr lang="en-US" sz="1200" dirty="0">
                <a:solidFill>
                  <a:schemeClr val="bg1"/>
                </a:solidFill>
                <a:ea typeface="Calibri"/>
                <a:cs typeface="Calibri"/>
                <a:sym typeface="Calibri"/>
              </a:rPr>
              <a:t>Advertising to register by IPN</a:t>
            </a:r>
            <a:endParaRPr dirty="0">
              <a:solidFill>
                <a:schemeClr val="bg1"/>
              </a:solidFill>
            </a:endParaRPr>
          </a:p>
        </p:txBody>
      </p:sp>
      <p:sp>
        <p:nvSpPr>
          <p:cNvPr id="91" name="Google Shape;185;p9">
            <a:extLst>
              <a:ext uri="{FF2B5EF4-FFF2-40B4-BE49-F238E27FC236}">
                <a16:creationId xmlns:a16="http://schemas.microsoft.com/office/drawing/2014/main" id="{A6DEAECB-6406-8743-4811-1D15A1E3E71D}"/>
              </a:ext>
            </a:extLst>
          </p:cNvPr>
          <p:cNvSpPr/>
          <p:nvPr/>
        </p:nvSpPr>
        <p:spPr>
          <a:xfrm flipH="1">
            <a:off x="6423429" y="3850333"/>
            <a:ext cx="1610120" cy="1562878"/>
          </a:xfrm>
          <a:prstGeom prst="ellipse">
            <a:avLst/>
          </a:prstGeom>
          <a:solidFill>
            <a:srgbClr val="0F3353"/>
          </a:solidFill>
          <a:ln w="28575" cap="flat" cmpd="sng">
            <a:noFill/>
            <a:prstDash val="solid"/>
            <a:round/>
            <a:headEnd type="none" w="sm" len="sm"/>
            <a:tailEnd type="none" w="sm" len="sm"/>
          </a:ln>
          <a:effectLst>
            <a:outerShdw blurRad="44450" dist="27940" dir="5400000" algn="ctr">
              <a:srgbClr val="000000">
                <a:alpha val="31764"/>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200">
              <a:solidFill>
                <a:schemeClr val="bg1"/>
              </a:solidFill>
              <a:ea typeface="Calibri"/>
              <a:cs typeface="Calibri"/>
              <a:sym typeface="Calibri"/>
            </a:endParaRPr>
          </a:p>
          <a:p>
            <a:pPr marL="0" marR="0" lvl="0" indent="0" algn="ctr" rtl="0">
              <a:spcBef>
                <a:spcPts val="0"/>
              </a:spcBef>
              <a:spcAft>
                <a:spcPts val="0"/>
              </a:spcAft>
              <a:buNone/>
            </a:pPr>
            <a:endParaRPr sz="1200">
              <a:solidFill>
                <a:schemeClr val="bg1"/>
              </a:solidFill>
              <a:ea typeface="Calibri"/>
              <a:cs typeface="Calibri"/>
              <a:sym typeface="Calibri"/>
            </a:endParaRPr>
          </a:p>
          <a:p>
            <a:pPr marL="0" marR="0" lvl="0" indent="0" algn="ctr" rtl="0">
              <a:spcBef>
                <a:spcPts val="0"/>
              </a:spcBef>
              <a:spcAft>
                <a:spcPts val="0"/>
              </a:spcAft>
              <a:buNone/>
            </a:pPr>
            <a:endParaRPr sz="1200">
              <a:solidFill>
                <a:schemeClr val="bg1"/>
              </a:solidFill>
              <a:ea typeface="Calibri"/>
              <a:cs typeface="Calibri"/>
              <a:sym typeface="Calibri"/>
            </a:endParaRPr>
          </a:p>
          <a:p>
            <a:pPr marL="0" marR="0" lvl="0" indent="0" algn="ctr" rtl="0">
              <a:spcBef>
                <a:spcPts val="0"/>
              </a:spcBef>
              <a:spcAft>
                <a:spcPts val="0"/>
              </a:spcAft>
              <a:buNone/>
            </a:pPr>
            <a:endParaRPr sz="1200">
              <a:solidFill>
                <a:schemeClr val="bg1"/>
              </a:solidFill>
              <a:ea typeface="Calibri"/>
              <a:cs typeface="Calibri"/>
              <a:sym typeface="Calibri"/>
            </a:endParaRPr>
          </a:p>
          <a:p>
            <a:pPr marL="0" marR="0" lvl="0" indent="0" algn="ctr" rtl="0">
              <a:spcBef>
                <a:spcPts val="0"/>
              </a:spcBef>
              <a:spcAft>
                <a:spcPts val="0"/>
              </a:spcAft>
              <a:buNone/>
            </a:pPr>
            <a:r>
              <a:rPr lang="en-US" sz="1200">
                <a:solidFill>
                  <a:schemeClr val="bg1"/>
                </a:solidFill>
                <a:ea typeface="Calibri"/>
                <a:cs typeface="Calibri"/>
                <a:sym typeface="Calibri"/>
              </a:rPr>
              <a:t>Get initial approval from SAIP</a:t>
            </a:r>
            <a:endParaRPr>
              <a:solidFill>
                <a:schemeClr val="bg1"/>
              </a:solidFill>
            </a:endParaRPr>
          </a:p>
        </p:txBody>
      </p:sp>
      <p:sp>
        <p:nvSpPr>
          <p:cNvPr id="92" name="Google Shape;189;p9">
            <a:extLst>
              <a:ext uri="{FF2B5EF4-FFF2-40B4-BE49-F238E27FC236}">
                <a16:creationId xmlns:a16="http://schemas.microsoft.com/office/drawing/2014/main" id="{4B7E9A04-FC03-5301-DCDC-B5B8F21A478F}"/>
              </a:ext>
            </a:extLst>
          </p:cNvPr>
          <p:cNvSpPr/>
          <p:nvPr/>
        </p:nvSpPr>
        <p:spPr>
          <a:xfrm>
            <a:off x="7005255" y="1526787"/>
            <a:ext cx="3114900" cy="276959"/>
          </a:xfrm>
          <a:prstGeom prst="rect">
            <a:avLst/>
          </a:prstGeom>
          <a:noFill/>
          <a:ln>
            <a:noFill/>
          </a:ln>
        </p:spPr>
        <p:txBody>
          <a:bodyPr spcFirstLastPara="1" wrap="square" lIns="91425" tIns="45700" rIns="91425" bIns="45700" anchor="t" anchorCtr="0">
            <a:spAutoFit/>
          </a:bodyPr>
          <a:lstStyle/>
          <a:p>
            <a:pPr marR="0" lvl="0" indent="0">
              <a:spcBef>
                <a:spcPts val="0"/>
              </a:spcBef>
              <a:spcAft>
                <a:spcPts val="0"/>
              </a:spcAft>
              <a:buNone/>
              <a:defRPr/>
            </a:pPr>
            <a:r>
              <a:rPr lang="en-US" sz="1200" dirty="0">
                <a:solidFill>
                  <a:srgbClr val="0F3353"/>
                </a:solidFill>
                <a:latin typeface="+mj-lt"/>
                <a:cs typeface="Andalus"/>
                <a:sym typeface="Calibri"/>
              </a:rPr>
              <a:t>Registration of Trademark:</a:t>
            </a:r>
            <a:endParaRPr sz="1200" dirty="0">
              <a:solidFill>
                <a:srgbClr val="0F3353"/>
              </a:solidFill>
              <a:latin typeface="+mj-lt"/>
              <a:cs typeface="Andalus"/>
              <a:sym typeface="Calibri"/>
            </a:endParaRPr>
          </a:p>
        </p:txBody>
      </p:sp>
      <p:grpSp>
        <p:nvGrpSpPr>
          <p:cNvPr id="93" name="Google Shape;190;p9">
            <a:extLst>
              <a:ext uri="{FF2B5EF4-FFF2-40B4-BE49-F238E27FC236}">
                <a16:creationId xmlns:a16="http://schemas.microsoft.com/office/drawing/2014/main" id="{BBC47E73-CAD2-62D7-BDA3-5D4D409073D4}"/>
              </a:ext>
            </a:extLst>
          </p:cNvPr>
          <p:cNvGrpSpPr/>
          <p:nvPr/>
        </p:nvGrpSpPr>
        <p:grpSpPr>
          <a:xfrm>
            <a:off x="6510225" y="4037882"/>
            <a:ext cx="1432560" cy="697937"/>
            <a:chOff x="643890" y="4585259"/>
            <a:chExt cx="1432560" cy="697937"/>
          </a:xfrm>
        </p:grpSpPr>
        <p:pic>
          <p:nvPicPr>
            <p:cNvPr id="94" name="Google Shape;191;p9" descr="SAIP - الهيئة السعودية للملكية الفكرية">
              <a:extLst>
                <a:ext uri="{FF2B5EF4-FFF2-40B4-BE49-F238E27FC236}">
                  <a16:creationId xmlns:a16="http://schemas.microsoft.com/office/drawing/2014/main" id="{28439A9A-B9D6-A629-053A-8E86C27B81E9}"/>
                </a:ext>
              </a:extLst>
            </p:cNvPr>
            <p:cNvPicPr preferRelativeResize="0"/>
            <p:nvPr/>
          </p:nvPicPr>
          <p:blipFill rotWithShape="1">
            <a:blip r:embed="rId3">
              <a:clrChange>
                <a:clrFrom>
                  <a:srgbClr val="FFFFFF"/>
                </a:clrFrom>
                <a:clrTo>
                  <a:srgbClr val="FFFFFF">
                    <a:alpha val="0"/>
                  </a:srgbClr>
                </a:clrTo>
              </a:clrChange>
              <a:alphaModFix/>
              <a:biLevel thresh="25000"/>
            </a:blip>
            <a:srcRect l="16906" t="42765" r="31209" b="40554"/>
            <a:stretch/>
          </p:blipFill>
          <p:spPr>
            <a:xfrm>
              <a:off x="643890" y="5024120"/>
              <a:ext cx="1432560" cy="259076"/>
            </a:xfrm>
            <a:prstGeom prst="rect">
              <a:avLst/>
            </a:prstGeom>
            <a:noFill/>
            <a:ln>
              <a:noFill/>
            </a:ln>
          </p:spPr>
        </p:pic>
        <p:pic>
          <p:nvPicPr>
            <p:cNvPr id="95" name="Google Shape;192;p9" descr="SAIP - الهيئة السعودية للملكية الفكرية">
              <a:extLst>
                <a:ext uri="{FF2B5EF4-FFF2-40B4-BE49-F238E27FC236}">
                  <a16:creationId xmlns:a16="http://schemas.microsoft.com/office/drawing/2014/main" id="{BCABEF4F-79B9-B087-E333-AC70F660DE07}"/>
                </a:ext>
              </a:extLst>
            </p:cNvPr>
            <p:cNvPicPr preferRelativeResize="0"/>
            <p:nvPr/>
          </p:nvPicPr>
          <p:blipFill rotWithShape="1">
            <a:blip r:embed="rId3">
              <a:clrChange>
                <a:clrFrom>
                  <a:srgbClr val="FFFFFF"/>
                </a:clrFrom>
                <a:clrTo>
                  <a:srgbClr val="FFFFFF">
                    <a:alpha val="0"/>
                  </a:srgbClr>
                </a:clrTo>
              </a:clrChange>
              <a:alphaModFix/>
              <a:biLevel thresh="25000"/>
            </a:blip>
            <a:srcRect l="68587" t="30449" r="13659" b="38297"/>
            <a:stretch/>
          </p:blipFill>
          <p:spPr>
            <a:xfrm>
              <a:off x="1106144" y="4585259"/>
              <a:ext cx="490203" cy="485401"/>
            </a:xfrm>
            <a:prstGeom prst="rect">
              <a:avLst/>
            </a:prstGeom>
            <a:noFill/>
            <a:ln>
              <a:noFill/>
            </a:ln>
          </p:spPr>
        </p:pic>
      </p:grpSp>
      <p:grpSp>
        <p:nvGrpSpPr>
          <p:cNvPr id="96" name="Google Shape;193;p9">
            <a:extLst>
              <a:ext uri="{FF2B5EF4-FFF2-40B4-BE49-F238E27FC236}">
                <a16:creationId xmlns:a16="http://schemas.microsoft.com/office/drawing/2014/main" id="{CD499804-6022-528C-7E07-FC5475AEAF58}"/>
              </a:ext>
            </a:extLst>
          </p:cNvPr>
          <p:cNvGrpSpPr/>
          <p:nvPr/>
        </p:nvGrpSpPr>
        <p:grpSpPr>
          <a:xfrm>
            <a:off x="8210963" y="4056228"/>
            <a:ext cx="1432560" cy="697937"/>
            <a:chOff x="643890" y="4585259"/>
            <a:chExt cx="1432560" cy="697937"/>
          </a:xfrm>
        </p:grpSpPr>
        <p:pic>
          <p:nvPicPr>
            <p:cNvPr id="97" name="Google Shape;194;p9" descr="SAIP - الهيئة السعودية للملكية الفكرية">
              <a:extLst>
                <a:ext uri="{FF2B5EF4-FFF2-40B4-BE49-F238E27FC236}">
                  <a16:creationId xmlns:a16="http://schemas.microsoft.com/office/drawing/2014/main" id="{F7E5BCDF-624C-6FCB-0481-C373B6E39A9D}"/>
                </a:ext>
              </a:extLst>
            </p:cNvPr>
            <p:cNvPicPr preferRelativeResize="0"/>
            <p:nvPr/>
          </p:nvPicPr>
          <p:blipFill rotWithShape="1">
            <a:blip r:embed="rId3">
              <a:clrChange>
                <a:clrFrom>
                  <a:srgbClr val="FFFFFF"/>
                </a:clrFrom>
                <a:clrTo>
                  <a:srgbClr val="FFFFFF">
                    <a:alpha val="0"/>
                  </a:srgbClr>
                </a:clrTo>
              </a:clrChange>
              <a:alphaModFix/>
              <a:biLevel thresh="25000"/>
            </a:blip>
            <a:srcRect l="16906" t="42765" r="31209" b="40554"/>
            <a:stretch/>
          </p:blipFill>
          <p:spPr>
            <a:xfrm>
              <a:off x="643890" y="5024120"/>
              <a:ext cx="1432560" cy="259076"/>
            </a:xfrm>
            <a:prstGeom prst="rect">
              <a:avLst/>
            </a:prstGeom>
            <a:noFill/>
            <a:ln>
              <a:noFill/>
            </a:ln>
          </p:spPr>
        </p:pic>
        <p:pic>
          <p:nvPicPr>
            <p:cNvPr id="98" name="Google Shape;195;p9" descr="SAIP - الهيئة السعودية للملكية الفكرية">
              <a:extLst>
                <a:ext uri="{FF2B5EF4-FFF2-40B4-BE49-F238E27FC236}">
                  <a16:creationId xmlns:a16="http://schemas.microsoft.com/office/drawing/2014/main" id="{52E79C93-3A78-DA5E-8F2B-C57208654EA6}"/>
                </a:ext>
              </a:extLst>
            </p:cNvPr>
            <p:cNvPicPr preferRelativeResize="0"/>
            <p:nvPr/>
          </p:nvPicPr>
          <p:blipFill rotWithShape="1">
            <a:blip r:embed="rId3">
              <a:clrChange>
                <a:clrFrom>
                  <a:srgbClr val="FFFFFF"/>
                </a:clrFrom>
                <a:clrTo>
                  <a:srgbClr val="FFFFFF">
                    <a:alpha val="0"/>
                  </a:srgbClr>
                </a:clrTo>
              </a:clrChange>
              <a:alphaModFix/>
              <a:biLevel thresh="25000"/>
            </a:blip>
            <a:srcRect l="68587" t="30449" r="13659" b="38297"/>
            <a:stretch/>
          </p:blipFill>
          <p:spPr>
            <a:xfrm>
              <a:off x="1106144" y="4585259"/>
              <a:ext cx="490203" cy="485401"/>
            </a:xfrm>
            <a:prstGeom prst="rect">
              <a:avLst/>
            </a:prstGeom>
            <a:noFill/>
            <a:ln>
              <a:noFill/>
            </a:ln>
          </p:spPr>
        </p:pic>
      </p:grpSp>
      <p:grpSp>
        <p:nvGrpSpPr>
          <p:cNvPr id="99" name="Google Shape;197;p9">
            <a:extLst>
              <a:ext uri="{FF2B5EF4-FFF2-40B4-BE49-F238E27FC236}">
                <a16:creationId xmlns:a16="http://schemas.microsoft.com/office/drawing/2014/main" id="{EB678291-4AA0-6BB8-1500-2B7AAA67F1EA}"/>
              </a:ext>
            </a:extLst>
          </p:cNvPr>
          <p:cNvGrpSpPr/>
          <p:nvPr/>
        </p:nvGrpSpPr>
        <p:grpSpPr>
          <a:xfrm>
            <a:off x="8296344" y="2132240"/>
            <a:ext cx="1175908" cy="864205"/>
            <a:chOff x="5972264" y="2640130"/>
            <a:chExt cx="1175908" cy="864205"/>
          </a:xfrm>
        </p:grpSpPr>
        <p:pic>
          <p:nvPicPr>
            <p:cNvPr id="100" name="Google Shape;198;p9">
              <a:extLst>
                <a:ext uri="{FF2B5EF4-FFF2-40B4-BE49-F238E27FC236}">
                  <a16:creationId xmlns:a16="http://schemas.microsoft.com/office/drawing/2014/main" id="{E4DA1EBD-E84C-78A7-4474-3BA98081EFF4}"/>
                </a:ext>
              </a:extLst>
            </p:cNvPr>
            <p:cNvPicPr preferRelativeResize="0"/>
            <p:nvPr/>
          </p:nvPicPr>
          <p:blipFill rotWithShape="1">
            <a:blip r:embed="rId4">
              <a:clrChange>
                <a:clrFrom>
                  <a:srgbClr val="FFFDFC"/>
                </a:clrFrom>
                <a:clrTo>
                  <a:srgbClr val="FFFDFC">
                    <a:alpha val="0"/>
                  </a:srgbClr>
                </a:clrTo>
              </a:clrChange>
              <a:alphaModFix/>
              <a:biLevel thresh="25000"/>
            </a:blip>
            <a:srcRect t="54349" r="25872"/>
            <a:stretch/>
          </p:blipFill>
          <p:spPr>
            <a:xfrm>
              <a:off x="5972264" y="3263958"/>
              <a:ext cx="1175908" cy="240377"/>
            </a:xfrm>
            <a:prstGeom prst="rect">
              <a:avLst/>
            </a:prstGeom>
            <a:noFill/>
            <a:ln>
              <a:noFill/>
            </a:ln>
          </p:spPr>
        </p:pic>
        <p:pic>
          <p:nvPicPr>
            <p:cNvPr id="101" name="Google Shape;199;p9">
              <a:extLst>
                <a:ext uri="{FF2B5EF4-FFF2-40B4-BE49-F238E27FC236}">
                  <a16:creationId xmlns:a16="http://schemas.microsoft.com/office/drawing/2014/main" id="{C4896EEC-9BBF-7225-F900-17B75F4A4135}"/>
                </a:ext>
              </a:extLst>
            </p:cNvPr>
            <p:cNvPicPr preferRelativeResize="0"/>
            <p:nvPr/>
          </p:nvPicPr>
          <p:blipFill rotWithShape="1">
            <a:blip r:embed="rId4">
              <a:clrChange>
                <a:clrFrom>
                  <a:srgbClr val="FFFDFC"/>
                </a:clrFrom>
                <a:clrTo>
                  <a:srgbClr val="FFFDFC">
                    <a:alpha val="0"/>
                  </a:srgbClr>
                </a:clrTo>
              </a:clrChange>
              <a:alphaModFix/>
              <a:biLevel thresh="25000"/>
            </a:blip>
            <a:srcRect l="77892"/>
            <a:stretch/>
          </p:blipFill>
          <p:spPr>
            <a:xfrm>
              <a:off x="6364568" y="2640130"/>
              <a:ext cx="404753" cy="607734"/>
            </a:xfrm>
            <a:prstGeom prst="rect">
              <a:avLst/>
            </a:prstGeom>
            <a:noFill/>
            <a:ln>
              <a:noFill/>
            </a:ln>
          </p:spPr>
        </p:pic>
      </p:grpSp>
      <p:sp>
        <p:nvSpPr>
          <p:cNvPr id="102" name="Arrow: Down 101">
            <a:extLst>
              <a:ext uri="{FF2B5EF4-FFF2-40B4-BE49-F238E27FC236}">
                <a16:creationId xmlns:a16="http://schemas.microsoft.com/office/drawing/2014/main" id="{4902E394-9BCF-2F2F-9BE3-8B24D5149A3B}"/>
              </a:ext>
            </a:extLst>
          </p:cNvPr>
          <p:cNvSpPr/>
          <p:nvPr/>
        </p:nvSpPr>
        <p:spPr>
          <a:xfrm>
            <a:off x="7802184" y="5214688"/>
            <a:ext cx="535308" cy="342597"/>
          </a:xfrm>
          <a:prstGeom prst="downArrow">
            <a:avLst/>
          </a:prstGeom>
          <a:solidFill>
            <a:srgbClr val="ABD3EF"/>
          </a:solidFill>
          <a:ln>
            <a:noFill/>
          </a:ln>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04" name="TextBox 103">
            <a:extLst>
              <a:ext uri="{FF2B5EF4-FFF2-40B4-BE49-F238E27FC236}">
                <a16:creationId xmlns:a16="http://schemas.microsoft.com/office/drawing/2014/main" id="{76885955-0F1A-C28C-A653-B5ECFDAA8FD3}"/>
              </a:ext>
            </a:extLst>
          </p:cNvPr>
          <p:cNvSpPr txBox="1"/>
          <p:nvPr/>
        </p:nvSpPr>
        <p:spPr>
          <a:xfrm>
            <a:off x="6658802" y="6274647"/>
            <a:ext cx="2760224" cy="523220"/>
          </a:xfrm>
          <a:prstGeom prst="rect">
            <a:avLst/>
          </a:prstGeom>
          <a:noFill/>
        </p:spPr>
        <p:txBody>
          <a:bodyPr wrap="square">
            <a:spAutoFit/>
          </a:bodyPr>
          <a:lstStyle/>
          <a:p>
            <a:pPr marL="0" marR="0" indent="0" algn="ctr" rtl="0" eaLnBrk="1" latinLnBrk="0" hangingPunct="1">
              <a:spcBef>
                <a:spcPts val="0"/>
              </a:spcBef>
              <a:spcAft>
                <a:spcPts val="0"/>
              </a:spcAft>
            </a:pPr>
            <a:r>
              <a:rPr lang="en-US" sz="1400" kern="1200" dirty="0">
                <a:solidFill>
                  <a:srgbClr val="000000"/>
                </a:solidFill>
                <a:effectLst/>
                <a:latin typeface="Lama Sans "/>
                <a:ea typeface="Calibri" panose="020F0502020204030204" pitchFamily="34" charset="0"/>
                <a:cs typeface="Calibri" panose="020F0502020204030204" pitchFamily="34" charset="0"/>
              </a:rPr>
              <a:t>Issuing the Registration Certificate</a:t>
            </a:r>
            <a:endParaRPr lang="en-US" sz="1400" dirty="0">
              <a:effectLst/>
              <a:latin typeface="Lama Sans "/>
            </a:endParaRPr>
          </a:p>
        </p:txBody>
      </p:sp>
      <p:sp>
        <p:nvSpPr>
          <p:cNvPr id="105" name="TextBox 104">
            <a:extLst>
              <a:ext uri="{FF2B5EF4-FFF2-40B4-BE49-F238E27FC236}">
                <a16:creationId xmlns:a16="http://schemas.microsoft.com/office/drawing/2014/main" id="{661AF553-C087-63FD-3E29-3ABC584F3E32}"/>
              </a:ext>
            </a:extLst>
          </p:cNvPr>
          <p:cNvSpPr txBox="1"/>
          <p:nvPr/>
        </p:nvSpPr>
        <p:spPr>
          <a:xfrm>
            <a:off x="3979525" y="1483690"/>
            <a:ext cx="2346307" cy="276999"/>
          </a:xfrm>
          <a:prstGeom prst="rect">
            <a:avLst/>
          </a:prstGeom>
          <a:noFill/>
        </p:spPr>
        <p:txBody>
          <a:bodyPr wrap="square">
            <a:spAutoFit/>
          </a:bodyPr>
          <a:lstStyle/>
          <a:p>
            <a:pPr>
              <a:defRPr/>
            </a:pPr>
            <a:r>
              <a:rPr lang="en-US" sz="1200" dirty="0">
                <a:solidFill>
                  <a:srgbClr val="0F3353"/>
                </a:solidFill>
                <a:latin typeface="+mj-lt"/>
                <a:cs typeface="Andalus"/>
              </a:rPr>
              <a:t>Recruitment Services:</a:t>
            </a:r>
          </a:p>
        </p:txBody>
      </p:sp>
      <p:graphicFrame>
        <p:nvGraphicFramePr>
          <p:cNvPr id="106" name="Diagram 105">
            <a:extLst>
              <a:ext uri="{FF2B5EF4-FFF2-40B4-BE49-F238E27FC236}">
                <a16:creationId xmlns:a16="http://schemas.microsoft.com/office/drawing/2014/main" id="{B57CB9BA-55C2-C212-52DD-F6311F436ED9}"/>
              </a:ext>
            </a:extLst>
          </p:cNvPr>
          <p:cNvGraphicFramePr/>
          <p:nvPr/>
        </p:nvGraphicFramePr>
        <p:xfrm>
          <a:off x="2742554" y="2011061"/>
          <a:ext cx="3672852" cy="2603930"/>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pSp>
        <p:nvGrpSpPr>
          <p:cNvPr id="107" name="Group 106">
            <a:extLst>
              <a:ext uri="{FF2B5EF4-FFF2-40B4-BE49-F238E27FC236}">
                <a16:creationId xmlns:a16="http://schemas.microsoft.com/office/drawing/2014/main" id="{F2F801AD-FA8B-6B78-5BE6-8F0F69F5D509}"/>
              </a:ext>
            </a:extLst>
          </p:cNvPr>
          <p:cNvGrpSpPr/>
          <p:nvPr/>
        </p:nvGrpSpPr>
        <p:grpSpPr>
          <a:xfrm rot="16200000">
            <a:off x="4767267" y="4619030"/>
            <a:ext cx="295953" cy="522132"/>
            <a:chOff x="3494518" y="2246655"/>
            <a:chExt cx="295953" cy="522132"/>
          </a:xfrm>
        </p:grpSpPr>
        <p:sp>
          <p:nvSpPr>
            <p:cNvPr id="108" name="Arrow: Right 107">
              <a:extLst>
                <a:ext uri="{FF2B5EF4-FFF2-40B4-BE49-F238E27FC236}">
                  <a16:creationId xmlns:a16="http://schemas.microsoft.com/office/drawing/2014/main" id="{37B41F05-4029-E07D-C4CA-B6D2E80ADCBF}"/>
                </a:ext>
              </a:extLst>
            </p:cNvPr>
            <p:cNvSpPr/>
            <p:nvPr/>
          </p:nvSpPr>
          <p:spPr>
            <a:xfrm rot="10800000">
              <a:off x="3494518" y="2246655"/>
              <a:ext cx="295953" cy="522132"/>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09" name="Arrow: Right 4">
              <a:extLst>
                <a:ext uri="{FF2B5EF4-FFF2-40B4-BE49-F238E27FC236}">
                  <a16:creationId xmlns:a16="http://schemas.microsoft.com/office/drawing/2014/main" id="{56B9AF13-E897-10BB-A226-F18D43D08A30}"/>
                </a:ext>
              </a:extLst>
            </p:cNvPr>
            <p:cNvSpPr txBox="1"/>
            <p:nvPr/>
          </p:nvSpPr>
          <p:spPr>
            <a:xfrm rot="21600000">
              <a:off x="3583304" y="2351081"/>
              <a:ext cx="207167" cy="313280"/>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222250">
                <a:lnSpc>
                  <a:spcPct val="90000"/>
                </a:lnSpc>
                <a:spcBef>
                  <a:spcPct val="0"/>
                </a:spcBef>
                <a:spcAft>
                  <a:spcPct val="35000"/>
                </a:spcAft>
                <a:buNone/>
              </a:pPr>
              <a:endParaRPr lang="en-US" sz="500" kern="1200"/>
            </a:p>
          </p:txBody>
        </p:sp>
      </p:grpSp>
      <p:sp>
        <p:nvSpPr>
          <p:cNvPr id="112" name="TextBox 111">
            <a:extLst>
              <a:ext uri="{FF2B5EF4-FFF2-40B4-BE49-F238E27FC236}">
                <a16:creationId xmlns:a16="http://schemas.microsoft.com/office/drawing/2014/main" id="{9CB350AC-C3C3-BEA9-2AFF-76B276352171}"/>
              </a:ext>
            </a:extLst>
          </p:cNvPr>
          <p:cNvSpPr txBox="1"/>
          <p:nvPr/>
        </p:nvSpPr>
        <p:spPr>
          <a:xfrm>
            <a:off x="559183" y="1464629"/>
            <a:ext cx="2844599" cy="461665"/>
          </a:xfrm>
          <a:prstGeom prst="rect">
            <a:avLst/>
          </a:prstGeom>
          <a:noFill/>
        </p:spPr>
        <p:txBody>
          <a:bodyPr wrap="square">
            <a:spAutoFit/>
          </a:bodyPr>
          <a:lstStyle/>
          <a:p>
            <a:pPr>
              <a:defRPr/>
            </a:pPr>
            <a:r>
              <a:rPr lang="en-US" sz="1200" dirty="0">
                <a:solidFill>
                  <a:srgbClr val="0F3353"/>
                </a:solidFill>
                <a:latin typeface="+mj-lt"/>
                <a:cs typeface="Andalus"/>
              </a:rPr>
              <a:t>Structure the Policies &amp; Procedures</a:t>
            </a:r>
          </a:p>
          <a:p>
            <a:pPr>
              <a:defRPr/>
            </a:pPr>
            <a:r>
              <a:rPr lang="en-US" sz="1200" dirty="0">
                <a:solidFill>
                  <a:srgbClr val="0F3353"/>
                </a:solidFill>
                <a:latin typeface="+mj-lt"/>
                <a:cs typeface="Andalus"/>
              </a:rPr>
              <a:t>to comply with Saudi regulations:</a:t>
            </a:r>
          </a:p>
        </p:txBody>
      </p:sp>
      <p:graphicFrame>
        <p:nvGraphicFramePr>
          <p:cNvPr id="113" name="Diagram 112">
            <a:extLst>
              <a:ext uri="{FF2B5EF4-FFF2-40B4-BE49-F238E27FC236}">
                <a16:creationId xmlns:a16="http://schemas.microsoft.com/office/drawing/2014/main" id="{AA33C1DE-F611-36AB-05B8-B17312E4B1BF}"/>
              </a:ext>
            </a:extLst>
          </p:cNvPr>
          <p:cNvGraphicFramePr/>
          <p:nvPr/>
        </p:nvGraphicFramePr>
        <p:xfrm>
          <a:off x="-525439" y="3264654"/>
          <a:ext cx="4572699" cy="342597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14" name="Picture 2" descr="Test Tube Svg Png Icon Free Download (#535092) - OnlineWebFonts.COM">
            <a:extLst>
              <a:ext uri="{FF2B5EF4-FFF2-40B4-BE49-F238E27FC236}">
                <a16:creationId xmlns:a16="http://schemas.microsoft.com/office/drawing/2014/main" id="{4CA429D8-80B2-E6C1-D90D-591160EFB619}"/>
              </a:ext>
            </a:extLst>
          </p:cNvPr>
          <p:cNvPicPr>
            <a:picLocks noChangeAspect="1" noChangeArrowheads="1"/>
          </p:cNvPicPr>
          <p:nvPr/>
        </p:nvPicPr>
        <p:blipFill>
          <a:blip r:embed="rId15"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flipH="1">
            <a:off x="2489469" y="2539068"/>
            <a:ext cx="751337" cy="736004"/>
          </a:xfrm>
          <a:prstGeom prst="rect">
            <a:avLst/>
          </a:prstGeom>
          <a:noFill/>
          <a:extLst>
            <a:ext uri="{909E8E84-426E-40DD-AFC4-6F175D3DCCD1}">
              <a14:hiddenFill xmlns:a14="http://schemas.microsoft.com/office/drawing/2010/main">
                <a:solidFill>
                  <a:srgbClr val="FFFFFF"/>
                </a:solidFill>
              </a14:hiddenFill>
            </a:ext>
          </a:extLst>
        </p:spPr>
      </p:pic>
      <p:pic>
        <p:nvPicPr>
          <p:cNvPr id="115" name="Picture 114">
            <a:extLst>
              <a:ext uri="{FF2B5EF4-FFF2-40B4-BE49-F238E27FC236}">
                <a16:creationId xmlns:a16="http://schemas.microsoft.com/office/drawing/2014/main" id="{4F0BCAEC-8F53-4CE6-CE3F-958988FA1B1A}"/>
              </a:ext>
            </a:extLst>
          </p:cNvPr>
          <p:cNvPicPr>
            <a:picLocks noChangeAspect="1"/>
          </p:cNvPicPr>
          <p:nvPr/>
        </p:nvPicPr>
        <p:blipFill rotWithShape="1">
          <a:blip r:embed="rId16" cstate="print">
            <a:extLst>
              <a:ext uri="{28A0092B-C50C-407E-A947-70E740481C1C}">
                <a14:useLocalDpi xmlns:a14="http://schemas.microsoft.com/office/drawing/2010/main" val="0"/>
              </a:ext>
            </a:extLst>
          </a:blip>
          <a:srcRect l="10137" r="10137"/>
          <a:stretch/>
        </p:blipFill>
        <p:spPr>
          <a:xfrm>
            <a:off x="1821137" y="2131323"/>
            <a:ext cx="516622" cy="340200"/>
          </a:xfrm>
          <a:prstGeom prst="rect">
            <a:avLst/>
          </a:prstGeom>
        </p:spPr>
      </p:pic>
      <p:pic>
        <p:nvPicPr>
          <p:cNvPr id="116" name="Picture 2" descr="Test Tube Svg Png Icon Free Download (#535092) - OnlineWebFonts.COM">
            <a:extLst>
              <a:ext uri="{FF2B5EF4-FFF2-40B4-BE49-F238E27FC236}">
                <a16:creationId xmlns:a16="http://schemas.microsoft.com/office/drawing/2014/main" id="{F2FE4DEA-E6F6-EA9E-84FC-D1AE4245C16C}"/>
              </a:ext>
            </a:extLst>
          </p:cNvPr>
          <p:cNvPicPr>
            <a:picLocks noChangeAspect="1" noChangeArrowheads="1"/>
          </p:cNvPicPr>
          <p:nvPr/>
        </p:nvPicPr>
        <p:blipFill>
          <a:blip r:embed="rId15" cstate="print">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22183" y="2582570"/>
            <a:ext cx="751337" cy="736004"/>
          </a:xfrm>
          <a:prstGeom prst="rect">
            <a:avLst/>
          </a:prstGeom>
          <a:noFill/>
          <a:extLst>
            <a:ext uri="{909E8E84-426E-40DD-AFC4-6F175D3DCCD1}">
              <a14:hiddenFill xmlns:a14="http://schemas.microsoft.com/office/drawing/2010/main">
                <a:solidFill>
                  <a:srgbClr val="FFFFFF"/>
                </a:solidFill>
              </a14:hiddenFill>
            </a:ext>
          </a:extLst>
        </p:spPr>
      </p:pic>
      <p:sp>
        <p:nvSpPr>
          <p:cNvPr id="117" name="TextBox 116">
            <a:extLst>
              <a:ext uri="{FF2B5EF4-FFF2-40B4-BE49-F238E27FC236}">
                <a16:creationId xmlns:a16="http://schemas.microsoft.com/office/drawing/2014/main" id="{8A762F87-DE80-A3B9-1237-19C638A65291}"/>
              </a:ext>
            </a:extLst>
          </p:cNvPr>
          <p:cNvSpPr txBox="1"/>
          <p:nvPr/>
        </p:nvSpPr>
        <p:spPr>
          <a:xfrm>
            <a:off x="2317460" y="2131323"/>
            <a:ext cx="1253666" cy="461665"/>
          </a:xfrm>
          <a:prstGeom prst="rect">
            <a:avLst/>
          </a:prstGeom>
          <a:noFill/>
        </p:spPr>
        <p:txBody>
          <a:bodyPr wrap="square">
            <a:spAutoFit/>
          </a:bodyPr>
          <a:lstStyle/>
          <a:p>
            <a:r>
              <a:rPr lang="en-US" sz="1200" dirty="0">
                <a:solidFill>
                  <a:srgbClr val="0F3353"/>
                </a:solidFill>
              </a:rPr>
              <a:t>Saudi regulations</a:t>
            </a:r>
          </a:p>
        </p:txBody>
      </p:sp>
      <p:sp>
        <p:nvSpPr>
          <p:cNvPr id="118" name="TextBox 117">
            <a:extLst>
              <a:ext uri="{FF2B5EF4-FFF2-40B4-BE49-F238E27FC236}">
                <a16:creationId xmlns:a16="http://schemas.microsoft.com/office/drawing/2014/main" id="{8DCF14AC-8565-3B01-C13A-BA4DE9EDA6B0}"/>
              </a:ext>
            </a:extLst>
          </p:cNvPr>
          <p:cNvSpPr txBox="1"/>
          <p:nvPr/>
        </p:nvSpPr>
        <p:spPr>
          <a:xfrm>
            <a:off x="790042" y="2131323"/>
            <a:ext cx="1083447" cy="430887"/>
          </a:xfrm>
          <a:prstGeom prst="rect">
            <a:avLst/>
          </a:prstGeom>
          <a:noFill/>
        </p:spPr>
        <p:txBody>
          <a:bodyPr wrap="square">
            <a:spAutoFit/>
          </a:bodyPr>
          <a:lstStyle/>
          <a:p>
            <a:pPr algn="ctr"/>
            <a:r>
              <a:rPr lang="en-US" sz="1100" dirty="0">
                <a:solidFill>
                  <a:srgbClr val="0F3353"/>
                </a:solidFill>
              </a:rPr>
              <a:t>International Regulations</a:t>
            </a:r>
          </a:p>
        </p:txBody>
      </p:sp>
      <p:pic>
        <p:nvPicPr>
          <p:cNvPr id="120" name="Graphic 119" descr="Earth globe: Africa and Europe with solid fill">
            <a:extLst>
              <a:ext uri="{FF2B5EF4-FFF2-40B4-BE49-F238E27FC236}">
                <a16:creationId xmlns:a16="http://schemas.microsoft.com/office/drawing/2014/main" id="{C5329748-97CD-CF8E-21E8-40C7B9B036FA}"/>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74275" y="1957127"/>
            <a:ext cx="751337" cy="751337"/>
          </a:xfrm>
          <a:prstGeom prst="rect">
            <a:avLst/>
          </a:prstGeom>
        </p:spPr>
      </p:pic>
      <p:pic>
        <p:nvPicPr>
          <p:cNvPr id="122" name="Picture 121">
            <a:extLst>
              <a:ext uri="{FF2B5EF4-FFF2-40B4-BE49-F238E27FC236}">
                <a16:creationId xmlns:a16="http://schemas.microsoft.com/office/drawing/2014/main" id="{7D9032A1-74B8-D531-36F4-CD0F2DCC38C8}"/>
              </a:ext>
            </a:extLst>
          </p:cNvPr>
          <p:cNvPicPr>
            <a:picLocks noChangeAspect="1"/>
          </p:cNvPicPr>
          <p:nvPr/>
        </p:nvPicPr>
        <p:blipFill>
          <a:blip r:embed="rId16" cstate="print">
            <a:extLst>
              <a:ext uri="{28A0092B-C50C-407E-A947-70E740481C1C}">
                <a14:useLocalDpi xmlns:a14="http://schemas.microsoft.com/office/drawing/2010/main" val="0"/>
              </a:ext>
            </a:extLst>
          </a:blip>
          <a:stretch>
            <a:fillRect/>
          </a:stretch>
        </p:blipFill>
        <p:spPr>
          <a:xfrm>
            <a:off x="2230330" y="6098980"/>
            <a:ext cx="326671" cy="217384"/>
          </a:xfrm>
          <a:prstGeom prst="rect">
            <a:avLst/>
          </a:prstGeom>
        </p:spPr>
      </p:pic>
      <p:pic>
        <p:nvPicPr>
          <p:cNvPr id="124" name="Graphic 123" descr="Badge 7 with solid fill">
            <a:extLst>
              <a:ext uri="{FF2B5EF4-FFF2-40B4-BE49-F238E27FC236}">
                <a16:creationId xmlns:a16="http://schemas.microsoft.com/office/drawing/2014/main" id="{EAFAE33D-2368-EF35-94F3-3E4C372BDC41}"/>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3299566" y="1198066"/>
            <a:ext cx="800876" cy="800876"/>
          </a:xfrm>
          <a:prstGeom prst="rect">
            <a:avLst/>
          </a:prstGeom>
        </p:spPr>
      </p:pic>
      <p:pic>
        <p:nvPicPr>
          <p:cNvPr id="127" name="Picture 16">
            <a:extLst>
              <a:ext uri="{FF2B5EF4-FFF2-40B4-BE49-F238E27FC236}">
                <a16:creationId xmlns:a16="http://schemas.microsoft.com/office/drawing/2014/main" id="{A1FFA77C-10ED-CD78-E279-5B2EEA6F7CF2}"/>
              </a:ext>
            </a:extLst>
          </p:cNvPr>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1463912" y="6122507"/>
            <a:ext cx="738893" cy="707967"/>
          </a:xfrm>
          <a:prstGeom prst="rect">
            <a:avLst/>
          </a:prstGeom>
          <a:noFill/>
          <a:extLst>
            <a:ext uri="{909E8E84-426E-40DD-AFC4-6F175D3DCCD1}">
              <a14:hiddenFill xmlns:a14="http://schemas.microsoft.com/office/drawing/2010/main">
                <a:solidFill>
                  <a:srgbClr val="FFFFFF"/>
                </a:solidFill>
              </a14:hiddenFill>
            </a:ext>
          </a:extLst>
        </p:spPr>
      </p:pic>
      <p:pic>
        <p:nvPicPr>
          <p:cNvPr id="128" name="Picture 16">
            <a:extLst>
              <a:ext uri="{FF2B5EF4-FFF2-40B4-BE49-F238E27FC236}">
                <a16:creationId xmlns:a16="http://schemas.microsoft.com/office/drawing/2014/main" id="{82C02BE7-1B3D-7560-9D2E-C3503707BF11}"/>
              </a:ext>
            </a:extLst>
          </p:cNvPr>
          <p:cNvPicPr>
            <a:picLocks noChangeAspect="1" noChangeArrowheads="1"/>
          </p:cNvPicPr>
          <p:nvPr/>
        </p:nvPicPr>
        <p:blipFill>
          <a:blip r:embed="rId19">
            <a:biLevel thresh="75000"/>
            <a:extLst>
              <a:ext uri="{28A0092B-C50C-407E-A947-70E740481C1C}">
                <a14:useLocalDpi xmlns:a14="http://schemas.microsoft.com/office/drawing/2010/main" val="0"/>
              </a:ext>
            </a:extLst>
          </a:blip>
          <a:srcRect/>
          <a:stretch>
            <a:fillRect/>
          </a:stretch>
        </p:blipFill>
        <p:spPr bwMode="auto">
          <a:xfrm>
            <a:off x="4527949" y="5154676"/>
            <a:ext cx="1226656" cy="1175315"/>
          </a:xfrm>
          <a:prstGeom prst="rect">
            <a:avLst/>
          </a:prstGeom>
          <a:noFill/>
          <a:extLst>
            <a:ext uri="{909E8E84-426E-40DD-AFC4-6F175D3DCCD1}">
              <a14:hiddenFill xmlns:a14="http://schemas.microsoft.com/office/drawing/2010/main">
                <a:solidFill>
                  <a:srgbClr val="FFFFFF"/>
                </a:solidFill>
              </a14:hiddenFill>
            </a:ext>
          </a:extLst>
        </p:spPr>
      </p:pic>
      <p:pic>
        <p:nvPicPr>
          <p:cNvPr id="129" name="Picture 128" descr="A blue and black logo&#10;&#10;Description automatically generated">
            <a:extLst>
              <a:ext uri="{FF2B5EF4-FFF2-40B4-BE49-F238E27FC236}">
                <a16:creationId xmlns:a16="http://schemas.microsoft.com/office/drawing/2014/main" id="{EF22C3A8-4904-F5F3-FE72-6834E5082B2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5356446" y="2327587"/>
            <a:ext cx="866859" cy="347183"/>
          </a:xfrm>
          <a:prstGeom prst="rect">
            <a:avLst/>
          </a:prstGeom>
        </p:spPr>
      </p:pic>
      <p:pic>
        <p:nvPicPr>
          <p:cNvPr id="130" name="Picture 129" descr="A blue and black logo&#10;&#10;Description automatically generated">
            <a:extLst>
              <a:ext uri="{FF2B5EF4-FFF2-40B4-BE49-F238E27FC236}">
                <a16:creationId xmlns:a16="http://schemas.microsoft.com/office/drawing/2014/main" id="{3BB09A0E-9F36-055F-C396-18BD7AFD69DF}"/>
              </a:ext>
            </a:extLst>
          </p:cNvPr>
          <p:cNvPicPr>
            <a:picLocks noChangeAspect="1"/>
          </p:cNvPicPr>
          <p:nvPr/>
        </p:nvPicPr>
        <p:blipFill>
          <a:blip r:embed="rId20">
            <a:lum bright="70000" contrast="-70000"/>
            <a:extLst>
              <a:ext uri="{28A0092B-C50C-407E-A947-70E740481C1C}">
                <a14:useLocalDpi xmlns:a14="http://schemas.microsoft.com/office/drawing/2010/main" val="0"/>
              </a:ext>
            </a:extLst>
          </a:blip>
          <a:stretch>
            <a:fillRect/>
          </a:stretch>
        </p:blipFill>
        <p:spPr>
          <a:xfrm>
            <a:off x="6630370" y="2500137"/>
            <a:ext cx="1239200" cy="496308"/>
          </a:xfrm>
          <a:prstGeom prst="rect">
            <a:avLst/>
          </a:prstGeom>
        </p:spPr>
      </p:pic>
      <p:grpSp>
        <p:nvGrpSpPr>
          <p:cNvPr id="136" name="Group 135">
            <a:extLst>
              <a:ext uri="{FF2B5EF4-FFF2-40B4-BE49-F238E27FC236}">
                <a16:creationId xmlns:a16="http://schemas.microsoft.com/office/drawing/2014/main" id="{64630759-0FB6-E0E3-B63E-492F2D6C53A3}"/>
              </a:ext>
            </a:extLst>
          </p:cNvPr>
          <p:cNvGrpSpPr/>
          <p:nvPr/>
        </p:nvGrpSpPr>
        <p:grpSpPr>
          <a:xfrm>
            <a:off x="7456388" y="5384805"/>
            <a:ext cx="1088413" cy="1088413"/>
            <a:chOff x="9675303" y="5535789"/>
            <a:chExt cx="1088413" cy="1088413"/>
          </a:xfrm>
        </p:grpSpPr>
        <p:pic>
          <p:nvPicPr>
            <p:cNvPr id="132" name="Graphic 131" descr="Diploma roll outline">
              <a:extLst>
                <a:ext uri="{FF2B5EF4-FFF2-40B4-BE49-F238E27FC236}">
                  <a16:creationId xmlns:a16="http://schemas.microsoft.com/office/drawing/2014/main" id="{C0AA6AD9-3841-E2A1-9CCD-D1B19E54ECA0}"/>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9675303" y="5535789"/>
              <a:ext cx="1088413" cy="1088413"/>
            </a:xfrm>
            <a:prstGeom prst="rect">
              <a:avLst/>
            </a:prstGeom>
          </p:spPr>
        </p:pic>
        <p:sp>
          <p:nvSpPr>
            <p:cNvPr id="135" name="TextBox 134">
              <a:extLst>
                <a:ext uri="{FF2B5EF4-FFF2-40B4-BE49-F238E27FC236}">
                  <a16:creationId xmlns:a16="http://schemas.microsoft.com/office/drawing/2014/main" id="{D3E5A771-6272-CD96-0510-2C873706911B}"/>
                </a:ext>
              </a:extLst>
            </p:cNvPr>
            <p:cNvSpPr txBox="1"/>
            <p:nvPr/>
          </p:nvSpPr>
          <p:spPr>
            <a:xfrm>
              <a:off x="10028859" y="5693414"/>
              <a:ext cx="535308" cy="707886"/>
            </a:xfrm>
            <a:prstGeom prst="rect">
              <a:avLst/>
            </a:prstGeom>
            <a:noFill/>
          </p:spPr>
          <p:txBody>
            <a:bodyPr wrap="square">
              <a:spAutoFit/>
            </a:bodyPr>
            <a:lstStyle/>
            <a:p>
              <a:r>
                <a:rPr lang="en-US" sz="3900" dirty="0">
                  <a:solidFill>
                    <a:schemeClr val="bg1"/>
                  </a:solidFill>
                </a:rPr>
                <a:t>®</a:t>
              </a:r>
            </a:p>
          </p:txBody>
        </p:sp>
      </p:grpSp>
      <p:graphicFrame>
        <p:nvGraphicFramePr>
          <p:cNvPr id="137" name="Diagram 136">
            <a:extLst>
              <a:ext uri="{FF2B5EF4-FFF2-40B4-BE49-F238E27FC236}">
                <a16:creationId xmlns:a16="http://schemas.microsoft.com/office/drawing/2014/main" id="{5DA58490-8195-B072-88BF-3BF60227EB0F}"/>
              </a:ext>
            </a:extLst>
          </p:cNvPr>
          <p:cNvGraphicFramePr/>
          <p:nvPr/>
        </p:nvGraphicFramePr>
        <p:xfrm>
          <a:off x="9362448" y="1631530"/>
          <a:ext cx="3090496" cy="5928360"/>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sp>
        <p:nvSpPr>
          <p:cNvPr id="138" name="TextBox 137">
            <a:extLst>
              <a:ext uri="{FF2B5EF4-FFF2-40B4-BE49-F238E27FC236}">
                <a16:creationId xmlns:a16="http://schemas.microsoft.com/office/drawing/2014/main" id="{F756E068-4744-A055-5B94-0BD5F5C9D4B4}"/>
              </a:ext>
            </a:extLst>
          </p:cNvPr>
          <p:cNvSpPr txBox="1"/>
          <p:nvPr/>
        </p:nvSpPr>
        <p:spPr>
          <a:xfrm>
            <a:off x="10276903" y="1539502"/>
            <a:ext cx="2363250" cy="27699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3353"/>
                </a:solidFill>
                <a:effectLst/>
                <a:uLnTx/>
                <a:uFillTx/>
                <a:latin typeface="+mj-lt"/>
                <a:ea typeface="+mn-ea"/>
                <a:cs typeface="Andalus"/>
              </a:rPr>
              <a:t>Issuance</a:t>
            </a:r>
            <a:r>
              <a:rPr lang="en-US" sz="1200" dirty="0">
                <a:solidFill>
                  <a:srgbClr val="0F3353"/>
                </a:solidFill>
                <a:latin typeface="+mj-lt"/>
                <a:cs typeface="Andalus"/>
              </a:rPr>
              <a:t> activity License</a:t>
            </a:r>
            <a:r>
              <a:rPr kumimoji="0" lang="en-US" sz="1200" b="0" i="0" u="none" strike="noStrike" kern="1200" cap="none" spc="0" normalizeH="0" baseline="0" noProof="0" dirty="0">
                <a:ln>
                  <a:noFill/>
                </a:ln>
                <a:solidFill>
                  <a:srgbClr val="0F3353"/>
                </a:solidFill>
                <a:effectLst/>
                <a:uLnTx/>
                <a:uFillTx/>
                <a:latin typeface="+mj-lt"/>
                <a:ea typeface="+mn-ea"/>
                <a:cs typeface="Andalus"/>
              </a:rPr>
              <a:t>:</a:t>
            </a:r>
          </a:p>
        </p:txBody>
      </p:sp>
      <p:pic>
        <p:nvPicPr>
          <p:cNvPr id="139" name="Picture 138">
            <a:extLst>
              <a:ext uri="{FF2B5EF4-FFF2-40B4-BE49-F238E27FC236}">
                <a16:creationId xmlns:a16="http://schemas.microsoft.com/office/drawing/2014/main" id="{41E64DB6-D714-11AF-C4D4-FBAB0869DE04}"/>
              </a:ext>
            </a:extLst>
          </p:cNvPr>
          <p:cNvPicPr>
            <a:picLocks noChangeAspect="1"/>
          </p:cNvPicPr>
          <p:nvPr/>
        </p:nvPicPr>
        <p:blipFill>
          <a:blip r:embed="rId27"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268299" y="4293612"/>
            <a:ext cx="834706" cy="568627"/>
          </a:xfrm>
          <a:prstGeom prst="rect">
            <a:avLst/>
          </a:prstGeom>
        </p:spPr>
      </p:pic>
      <p:pic>
        <p:nvPicPr>
          <p:cNvPr id="140" name="Picture 139">
            <a:extLst>
              <a:ext uri="{FF2B5EF4-FFF2-40B4-BE49-F238E27FC236}">
                <a16:creationId xmlns:a16="http://schemas.microsoft.com/office/drawing/2014/main" id="{F864538E-E9F5-BE9E-1340-757039B0FEBA}"/>
              </a:ext>
            </a:extLst>
          </p:cNvPr>
          <p:cNvPicPr>
            <a:picLocks noChangeAspect="1"/>
          </p:cNvPicPr>
          <p:nvPr/>
        </p:nvPicPr>
        <p:blipFill>
          <a:blip r:embed="rId28"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771406" y="5307657"/>
            <a:ext cx="742322" cy="629909"/>
          </a:xfrm>
          <a:prstGeom prst="rect">
            <a:avLst/>
          </a:prstGeom>
        </p:spPr>
      </p:pic>
      <p:pic>
        <p:nvPicPr>
          <p:cNvPr id="141" name="Picture 1">
            <a:extLst>
              <a:ext uri="{FF2B5EF4-FFF2-40B4-BE49-F238E27FC236}">
                <a16:creationId xmlns:a16="http://schemas.microsoft.com/office/drawing/2014/main" id="{C07A90AF-792A-F570-0AAE-28C56A2C2182}"/>
              </a:ext>
            </a:extLst>
          </p:cNvPr>
          <p:cNvPicPr>
            <a:picLocks noChangeAspect="1"/>
          </p:cNvPicPr>
          <p:nvPr/>
        </p:nvPicPr>
        <p:blipFill>
          <a:blip r:embed="rId2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0901904" y="3209114"/>
            <a:ext cx="552232" cy="795986"/>
          </a:xfrm>
          <a:prstGeom prst="rect">
            <a:avLst/>
          </a:prstGeom>
        </p:spPr>
      </p:pic>
      <p:sp>
        <p:nvSpPr>
          <p:cNvPr id="142" name="TextBox 141">
            <a:extLst>
              <a:ext uri="{FF2B5EF4-FFF2-40B4-BE49-F238E27FC236}">
                <a16:creationId xmlns:a16="http://schemas.microsoft.com/office/drawing/2014/main" id="{1D120ED7-37FF-D423-2E1E-6E2BACFAB39D}"/>
              </a:ext>
            </a:extLst>
          </p:cNvPr>
          <p:cNvSpPr txBox="1"/>
          <p:nvPr/>
        </p:nvSpPr>
        <p:spPr>
          <a:xfrm>
            <a:off x="9582580" y="6189750"/>
            <a:ext cx="144328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3353"/>
                </a:solidFill>
                <a:effectLst/>
                <a:uLnTx/>
                <a:uFillTx/>
                <a:latin typeface="Calibri"/>
                <a:ea typeface="+mn-ea"/>
                <a:cs typeface="Andalus"/>
              </a:rPr>
              <a:t>Issuance of The license</a:t>
            </a:r>
          </a:p>
        </p:txBody>
      </p:sp>
      <p:sp>
        <p:nvSpPr>
          <p:cNvPr id="143" name="TextBox 142">
            <a:extLst>
              <a:ext uri="{FF2B5EF4-FFF2-40B4-BE49-F238E27FC236}">
                <a16:creationId xmlns:a16="http://schemas.microsoft.com/office/drawing/2014/main" id="{EFF6B96C-DE4B-07EE-299A-CE13F35899D7}"/>
              </a:ext>
            </a:extLst>
          </p:cNvPr>
          <p:cNvSpPr txBox="1"/>
          <p:nvPr/>
        </p:nvSpPr>
        <p:spPr>
          <a:xfrm>
            <a:off x="11067536" y="4348198"/>
            <a:ext cx="144328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3353"/>
                </a:solidFill>
                <a:effectLst/>
                <a:uLnTx/>
                <a:uFillTx/>
                <a:latin typeface="Calibri"/>
                <a:ea typeface="+mn-ea"/>
                <a:cs typeface="Andalus"/>
              </a:rPr>
              <a:t>Follow up with government Department </a:t>
            </a:r>
          </a:p>
        </p:txBody>
      </p:sp>
      <p:sp>
        <p:nvSpPr>
          <p:cNvPr id="145" name="TextBox 144">
            <a:extLst>
              <a:ext uri="{FF2B5EF4-FFF2-40B4-BE49-F238E27FC236}">
                <a16:creationId xmlns:a16="http://schemas.microsoft.com/office/drawing/2014/main" id="{0A7D2854-A6A5-F147-D3AD-BAACB1EF2CE4}"/>
              </a:ext>
            </a:extLst>
          </p:cNvPr>
          <p:cNvSpPr txBox="1"/>
          <p:nvPr/>
        </p:nvSpPr>
        <p:spPr>
          <a:xfrm>
            <a:off x="9674928" y="2368978"/>
            <a:ext cx="1201679"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F3353"/>
                </a:solidFill>
                <a:effectLst/>
                <a:uLnTx/>
                <a:uFillTx/>
                <a:latin typeface="Calibri"/>
                <a:ea typeface="+mn-ea"/>
                <a:cs typeface="Andalus"/>
              </a:rPr>
              <a:t>Submit the application and provide the requirements </a:t>
            </a:r>
          </a:p>
        </p:txBody>
      </p:sp>
      <p:cxnSp>
        <p:nvCxnSpPr>
          <p:cNvPr id="146" name="Straight Connector 145">
            <a:extLst>
              <a:ext uri="{FF2B5EF4-FFF2-40B4-BE49-F238E27FC236}">
                <a16:creationId xmlns:a16="http://schemas.microsoft.com/office/drawing/2014/main" id="{1F872AA0-66C8-47CB-F103-C7508C925BD1}"/>
              </a:ext>
            </a:extLst>
          </p:cNvPr>
          <p:cNvCxnSpPr/>
          <p:nvPr/>
        </p:nvCxnSpPr>
        <p:spPr>
          <a:xfrm>
            <a:off x="9732407" y="1770085"/>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pic>
        <p:nvPicPr>
          <p:cNvPr id="151" name="Graphic 150" descr="Badge 9 with solid fill">
            <a:extLst>
              <a:ext uri="{FF2B5EF4-FFF2-40B4-BE49-F238E27FC236}">
                <a16:creationId xmlns:a16="http://schemas.microsoft.com/office/drawing/2014/main" id="{8E2CB124-7EB8-C115-41C9-E5C96B2C153D}"/>
              </a:ext>
            </a:extLst>
          </p:cNvPr>
          <p:cNvPicPr>
            <a:picLocks noChangeAspect="1"/>
          </p:cNvPicPr>
          <p:nvPr/>
        </p:nvPicPr>
        <p:blipFill>
          <a:blip>
            <a:extLst>
              <a:ext uri="{96DAC541-7B7A-43D3-8B79-37D633B846F1}">
                <asvg:svgBlip xmlns:asvg="http://schemas.microsoft.com/office/drawing/2016/SVG/main" r:embed="rId30"/>
              </a:ext>
            </a:extLst>
          </a:blip>
          <a:stretch>
            <a:fillRect/>
          </a:stretch>
        </p:blipFill>
        <p:spPr>
          <a:xfrm>
            <a:off x="9702951" y="1414003"/>
            <a:ext cx="739473" cy="739473"/>
          </a:xfrm>
          <a:prstGeom prst="rect">
            <a:avLst/>
          </a:prstGeom>
        </p:spPr>
      </p:pic>
      <p:grpSp>
        <p:nvGrpSpPr>
          <p:cNvPr id="10" name="Group 9">
            <a:extLst>
              <a:ext uri="{FF2B5EF4-FFF2-40B4-BE49-F238E27FC236}">
                <a16:creationId xmlns:a16="http://schemas.microsoft.com/office/drawing/2014/main" id="{058FED77-DF34-10E0-97FA-CA486682F489}"/>
              </a:ext>
            </a:extLst>
          </p:cNvPr>
          <p:cNvGrpSpPr/>
          <p:nvPr/>
        </p:nvGrpSpPr>
        <p:grpSpPr>
          <a:xfrm>
            <a:off x="20588" y="1357249"/>
            <a:ext cx="732374" cy="608400"/>
            <a:chOff x="3080945" y="4934732"/>
            <a:chExt cx="732374" cy="608400"/>
          </a:xfrm>
        </p:grpSpPr>
        <p:sp>
          <p:nvSpPr>
            <p:cNvPr id="11" name="Oval 10">
              <a:extLst>
                <a:ext uri="{FF2B5EF4-FFF2-40B4-BE49-F238E27FC236}">
                  <a16:creationId xmlns:a16="http://schemas.microsoft.com/office/drawing/2014/main" id="{EE3C4B06-B7DA-F84C-911B-7F31D559814E}"/>
                </a:ext>
              </a:extLst>
            </p:cNvPr>
            <p:cNvSpPr>
              <a:spLocks noChangeAspect="1"/>
            </p:cNvSpPr>
            <p:nvPr/>
          </p:nvSpPr>
          <p:spPr>
            <a:xfrm>
              <a:off x="3080945" y="4934732"/>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2" name="TextBox 11">
              <a:extLst>
                <a:ext uri="{FF2B5EF4-FFF2-40B4-BE49-F238E27FC236}">
                  <a16:creationId xmlns:a16="http://schemas.microsoft.com/office/drawing/2014/main" id="{BDCEE50B-3D63-6E11-A22A-BC103CB371F0}"/>
                </a:ext>
              </a:extLst>
            </p:cNvPr>
            <p:cNvSpPr txBox="1"/>
            <p:nvPr/>
          </p:nvSpPr>
          <p:spPr>
            <a:xfrm flipH="1">
              <a:off x="3171943" y="4943983"/>
              <a:ext cx="641376" cy="584775"/>
            </a:xfrm>
            <a:prstGeom prst="rect">
              <a:avLst/>
            </a:prstGeom>
            <a:noFill/>
          </p:spPr>
          <p:txBody>
            <a:bodyPr wrap="square" rtlCol="1">
              <a:spAutoFit/>
            </a:bodyPr>
            <a:lstStyle/>
            <a:p>
              <a:r>
                <a:rPr lang="en-US" sz="3200" dirty="0">
                  <a:solidFill>
                    <a:srgbClr val="BAA38F"/>
                  </a:solidFill>
                  <a:latin typeface="Arial" panose="020B0604020202020204" pitchFamily="34" charset="0"/>
                  <a:cs typeface="Arial" panose="020B0604020202020204" pitchFamily="34" charset="0"/>
                </a:rPr>
                <a:t>6</a:t>
              </a:r>
              <a:endParaRPr lang="ar-SA" sz="3200" dirty="0">
                <a:solidFill>
                  <a:srgbClr val="BAA38F"/>
                </a:solidFill>
                <a:latin typeface="Arial" panose="020B0604020202020204" pitchFamily="34" charset="0"/>
                <a:cs typeface="Arial" panose="020B0604020202020204" pitchFamily="34" charset="0"/>
              </a:endParaRPr>
            </a:p>
          </p:txBody>
        </p:sp>
      </p:grpSp>
      <p:sp>
        <p:nvSpPr>
          <p:cNvPr id="13" name="Title 1">
            <a:extLst>
              <a:ext uri="{FF2B5EF4-FFF2-40B4-BE49-F238E27FC236}">
                <a16:creationId xmlns:a16="http://schemas.microsoft.com/office/drawing/2014/main" id="{59BC553C-AC96-406B-D7C6-51E82FAE6040}"/>
              </a:ext>
            </a:extLst>
          </p:cNvPr>
          <p:cNvSpPr>
            <a:spLocks noGrp="1"/>
          </p:cNvSpPr>
          <p:nvPr>
            <p:ph type="title"/>
          </p:nvPr>
        </p:nvSpPr>
        <p:spPr>
          <a:xfrm>
            <a:off x="66553" y="183405"/>
            <a:ext cx="8194876" cy="719844"/>
          </a:xfrm>
        </p:spPr>
        <p:txBody>
          <a:bodyPr>
            <a:normAutofit/>
          </a:bodyPr>
          <a:lstStyle/>
          <a:p>
            <a:r>
              <a:rPr lang="en-US" sz="2400" dirty="0"/>
              <a:t>Scope of work | </a:t>
            </a:r>
            <a:r>
              <a:rPr lang="en-US" sz="1600" dirty="0"/>
              <a:t>Additional and Optional:</a:t>
            </a:r>
          </a:p>
        </p:txBody>
      </p:sp>
      <p:pic>
        <p:nvPicPr>
          <p:cNvPr id="2" name="Picture 1" descr="ملف:المؤسسة العامة للتدريب التقني والمهني (السعودية).svg - ويكيبيديا">
            <a:extLst>
              <a:ext uri="{FF2B5EF4-FFF2-40B4-BE49-F238E27FC236}">
                <a16:creationId xmlns:a16="http://schemas.microsoft.com/office/drawing/2014/main" id="{6247C4DA-7F54-8210-E9E0-0C1F9175CAD9}"/>
              </a:ext>
            </a:extLst>
          </p:cNvPr>
          <p:cNvPicPr>
            <a:picLocks noChangeAspect="1"/>
          </p:cNvPicPr>
          <p:nvPr/>
        </p:nvPicPr>
        <p:blipFill>
          <a:blip r:embed="rId31">
            <a:lum bright="70000" contrast="-70000"/>
          </a:blip>
          <a:srcRect l="78226"/>
          <a:stretch>
            <a:fillRect/>
          </a:stretch>
        </p:blipFill>
        <p:spPr>
          <a:xfrm>
            <a:off x="11791895" y="2006203"/>
            <a:ext cx="394953" cy="443554"/>
          </a:xfrm>
          <a:prstGeom prst="rect">
            <a:avLst/>
          </a:prstGeom>
        </p:spPr>
      </p:pic>
      <p:pic>
        <p:nvPicPr>
          <p:cNvPr id="5" name="Picture 4" descr="ملف:المؤسسة العامة للتدريب التقني والمهني (السعودية).svg - ويكيبيديا">
            <a:extLst>
              <a:ext uri="{FF2B5EF4-FFF2-40B4-BE49-F238E27FC236}">
                <a16:creationId xmlns:a16="http://schemas.microsoft.com/office/drawing/2014/main" id="{2ED1ACF2-D0FC-D289-1EF2-E23D2DC98B05}"/>
              </a:ext>
            </a:extLst>
          </p:cNvPr>
          <p:cNvPicPr>
            <a:picLocks noChangeAspect="1"/>
          </p:cNvPicPr>
          <p:nvPr/>
        </p:nvPicPr>
        <p:blipFill>
          <a:blip r:embed="rId31">
            <a:lum bright="70000" contrast="-70000"/>
          </a:blip>
          <a:srcRect r="22286"/>
          <a:stretch>
            <a:fillRect/>
          </a:stretch>
        </p:blipFill>
        <p:spPr>
          <a:xfrm>
            <a:off x="9817250" y="1929245"/>
            <a:ext cx="1962523" cy="617517"/>
          </a:xfrm>
          <a:prstGeom prst="rect">
            <a:avLst/>
          </a:prstGeom>
        </p:spPr>
      </p:pic>
    </p:spTree>
    <p:extLst>
      <p:ext uri="{BB962C8B-B14F-4D97-AF65-F5344CB8AC3E}">
        <p14:creationId xmlns:p14="http://schemas.microsoft.com/office/powerpoint/2010/main" val="874213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75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AF824-9326-D7D4-D1A4-EC89F6FECD6F}"/>
            </a:ext>
          </a:extLst>
        </p:cNvPr>
        <p:cNvGrpSpPr/>
        <p:nvPr/>
      </p:nvGrpSpPr>
      <p:grpSpPr>
        <a:xfrm>
          <a:off x="0" y="0"/>
          <a:ext cx="0" cy="0"/>
          <a:chOff x="0" y="0"/>
          <a:chExt cx="0" cy="0"/>
        </a:xfrm>
      </p:grpSpPr>
      <p:sp>
        <p:nvSpPr>
          <p:cNvPr id="3" name="Vertical Text Placeholder 2">
            <a:extLst>
              <a:ext uri="{FF2B5EF4-FFF2-40B4-BE49-F238E27FC236}">
                <a16:creationId xmlns:a16="http://schemas.microsoft.com/office/drawing/2014/main" id="{FF245E35-2A26-7C0D-9EE9-73C171E5804B}"/>
              </a:ext>
            </a:extLst>
          </p:cNvPr>
          <p:cNvSpPr>
            <a:spLocks noGrp="1"/>
          </p:cNvSpPr>
          <p:nvPr>
            <p:ph type="body" orient="vert" idx="1"/>
          </p:nvPr>
        </p:nvSpPr>
        <p:spPr>
          <a:xfrm>
            <a:off x="66553" y="1026161"/>
            <a:ext cx="12125448" cy="365125"/>
          </a:xfrm>
        </p:spPr>
        <p:txBody>
          <a:bodyPr>
            <a:normAutofit/>
          </a:bodyPr>
          <a:lstStyle/>
          <a:p>
            <a:pPr marL="0" indent="0">
              <a:buNone/>
            </a:pPr>
            <a:r>
              <a:rPr lang="en-US" sz="1400" dirty="0"/>
              <a:t>According to (the “Assignment”), We have Additional services, it's optional if the client wants to add to the scope of work:</a:t>
            </a:r>
          </a:p>
        </p:txBody>
      </p:sp>
      <p:sp>
        <p:nvSpPr>
          <p:cNvPr id="4" name="Slide Number Placeholder 3">
            <a:extLst>
              <a:ext uri="{FF2B5EF4-FFF2-40B4-BE49-F238E27FC236}">
                <a16:creationId xmlns:a16="http://schemas.microsoft.com/office/drawing/2014/main" id="{B827739F-9AFF-99E0-ACEE-1C737116BFCA}"/>
              </a:ext>
            </a:extLst>
          </p:cNvPr>
          <p:cNvSpPr>
            <a:spLocks noGrp="1"/>
          </p:cNvSpPr>
          <p:nvPr>
            <p:ph type="sldNum" sz="quarter" idx="11"/>
          </p:nvPr>
        </p:nvSpPr>
        <p:spPr/>
        <p:txBody>
          <a:bodyPr/>
          <a:lstStyle/>
          <a:p>
            <a:fld id="{A29190EB-7945-4811-B3CB-0217A9F45703}" type="slidenum">
              <a:rPr lang="en-US" smtClean="0"/>
              <a:pPr/>
              <a:t>22</a:t>
            </a:fld>
            <a:endParaRPr lang="en-US" dirty="0"/>
          </a:p>
        </p:txBody>
      </p:sp>
      <p:sp>
        <p:nvSpPr>
          <p:cNvPr id="5" name="TextBox 4">
            <a:extLst>
              <a:ext uri="{FF2B5EF4-FFF2-40B4-BE49-F238E27FC236}">
                <a16:creationId xmlns:a16="http://schemas.microsoft.com/office/drawing/2014/main" id="{249CC6B0-F992-DD38-6BCA-DE77F32D2733}"/>
              </a:ext>
            </a:extLst>
          </p:cNvPr>
          <p:cNvSpPr txBox="1"/>
          <p:nvPr/>
        </p:nvSpPr>
        <p:spPr>
          <a:xfrm>
            <a:off x="597083" y="1463708"/>
            <a:ext cx="1847173" cy="276999"/>
          </a:xfrm>
          <a:prstGeom prst="rect">
            <a:avLst/>
          </a:prstGeom>
          <a:noFill/>
        </p:spPr>
        <p:txBody>
          <a:bodyPr wrap="square">
            <a:spAutoFit/>
          </a:bodyPr>
          <a:lstStyle/>
          <a:p>
            <a:r>
              <a:rPr lang="en-US" sz="1200" dirty="0">
                <a:solidFill>
                  <a:srgbClr val="0F3353"/>
                </a:solidFill>
                <a:latin typeface="+mj-lt"/>
              </a:rPr>
              <a:t>Translation services :</a:t>
            </a:r>
          </a:p>
        </p:txBody>
      </p:sp>
      <p:sp>
        <p:nvSpPr>
          <p:cNvPr id="7" name="TextBox 6">
            <a:extLst>
              <a:ext uri="{FF2B5EF4-FFF2-40B4-BE49-F238E27FC236}">
                <a16:creationId xmlns:a16="http://schemas.microsoft.com/office/drawing/2014/main" id="{CC017728-F04D-2BFA-28CC-A1D3A4CD8351}"/>
              </a:ext>
            </a:extLst>
          </p:cNvPr>
          <p:cNvSpPr txBox="1"/>
          <p:nvPr/>
        </p:nvSpPr>
        <p:spPr>
          <a:xfrm>
            <a:off x="4875349" y="1485642"/>
            <a:ext cx="3826410" cy="276999"/>
          </a:xfrm>
          <a:prstGeom prst="rect">
            <a:avLst/>
          </a:prstGeom>
          <a:noFill/>
        </p:spPr>
        <p:txBody>
          <a:bodyPr wrap="square">
            <a:spAutoFit/>
          </a:bodyPr>
          <a:lstStyle/>
          <a:p>
            <a:r>
              <a:rPr lang="en-US" sz="1200" dirty="0">
                <a:solidFill>
                  <a:srgbClr val="0F3353"/>
                </a:solidFill>
                <a:latin typeface="+mj-lt"/>
              </a:rPr>
              <a:t>Attesting the Documents:</a:t>
            </a:r>
          </a:p>
        </p:txBody>
      </p:sp>
      <p:cxnSp>
        <p:nvCxnSpPr>
          <p:cNvPr id="9" name="Straight Connector 8">
            <a:extLst>
              <a:ext uri="{FF2B5EF4-FFF2-40B4-BE49-F238E27FC236}">
                <a16:creationId xmlns:a16="http://schemas.microsoft.com/office/drawing/2014/main" id="{501FA022-8599-B271-3042-DE6A4966CB44}"/>
              </a:ext>
            </a:extLst>
          </p:cNvPr>
          <p:cNvCxnSpPr/>
          <p:nvPr/>
        </p:nvCxnSpPr>
        <p:spPr>
          <a:xfrm>
            <a:off x="4175112" y="1625820"/>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grpSp>
        <p:nvGrpSpPr>
          <p:cNvPr id="20" name="Group 19">
            <a:extLst>
              <a:ext uri="{FF2B5EF4-FFF2-40B4-BE49-F238E27FC236}">
                <a16:creationId xmlns:a16="http://schemas.microsoft.com/office/drawing/2014/main" id="{633589F2-1AA3-A11D-5433-ABF3B345794B}"/>
              </a:ext>
            </a:extLst>
          </p:cNvPr>
          <p:cNvGrpSpPr/>
          <p:nvPr/>
        </p:nvGrpSpPr>
        <p:grpSpPr>
          <a:xfrm>
            <a:off x="4244677" y="1300753"/>
            <a:ext cx="655304" cy="608400"/>
            <a:chOff x="3034041" y="4934732"/>
            <a:chExt cx="655304" cy="608400"/>
          </a:xfrm>
        </p:grpSpPr>
        <p:sp>
          <p:nvSpPr>
            <p:cNvPr id="13" name="Oval 12">
              <a:extLst>
                <a:ext uri="{FF2B5EF4-FFF2-40B4-BE49-F238E27FC236}">
                  <a16:creationId xmlns:a16="http://schemas.microsoft.com/office/drawing/2014/main" id="{AABAF278-7091-28BC-4E23-10B25A0DED2D}"/>
                </a:ext>
              </a:extLst>
            </p:cNvPr>
            <p:cNvSpPr>
              <a:spLocks noChangeAspect="1"/>
            </p:cNvSpPr>
            <p:nvPr/>
          </p:nvSpPr>
          <p:spPr>
            <a:xfrm>
              <a:off x="3080945" y="4934732"/>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9" name="TextBox 18">
              <a:extLst>
                <a:ext uri="{FF2B5EF4-FFF2-40B4-BE49-F238E27FC236}">
                  <a16:creationId xmlns:a16="http://schemas.microsoft.com/office/drawing/2014/main" id="{7363AE7B-7A1B-75BB-923F-24BE339E8278}"/>
                </a:ext>
              </a:extLst>
            </p:cNvPr>
            <p:cNvSpPr txBox="1"/>
            <p:nvPr/>
          </p:nvSpPr>
          <p:spPr>
            <a:xfrm flipH="1">
              <a:off x="3034041" y="4943800"/>
              <a:ext cx="641376" cy="584775"/>
            </a:xfrm>
            <a:prstGeom prst="rect">
              <a:avLst/>
            </a:prstGeom>
            <a:noFill/>
          </p:spPr>
          <p:txBody>
            <a:bodyPr wrap="square" rtlCol="1">
              <a:spAutoFit/>
            </a:bodyPr>
            <a:lstStyle/>
            <a:p>
              <a:r>
                <a:rPr lang="en-US" sz="3200" dirty="0">
                  <a:solidFill>
                    <a:srgbClr val="BAA38F"/>
                  </a:solidFill>
                  <a:latin typeface="Arial" panose="020B0604020202020204" pitchFamily="34" charset="0"/>
                  <a:cs typeface="Arial" panose="020B0604020202020204" pitchFamily="34" charset="0"/>
                </a:rPr>
                <a:t>11</a:t>
              </a:r>
              <a:endParaRPr lang="ar-SA" sz="3200" dirty="0">
                <a:solidFill>
                  <a:srgbClr val="BAA38F"/>
                </a:solidFill>
                <a:latin typeface="Arial" panose="020B0604020202020204" pitchFamily="34" charset="0"/>
                <a:cs typeface="Arial" panose="020B0604020202020204" pitchFamily="34" charset="0"/>
              </a:endParaRPr>
            </a:p>
          </p:txBody>
        </p:sp>
      </p:grpSp>
      <p:grpSp>
        <p:nvGrpSpPr>
          <p:cNvPr id="21" name="Group 20">
            <a:extLst>
              <a:ext uri="{FF2B5EF4-FFF2-40B4-BE49-F238E27FC236}">
                <a16:creationId xmlns:a16="http://schemas.microsoft.com/office/drawing/2014/main" id="{BBFF56B0-08A0-AC74-FCD2-B7110AEFE83D}"/>
              </a:ext>
            </a:extLst>
          </p:cNvPr>
          <p:cNvGrpSpPr/>
          <p:nvPr/>
        </p:nvGrpSpPr>
        <p:grpSpPr>
          <a:xfrm>
            <a:off x="8797576" y="1291502"/>
            <a:ext cx="656455" cy="608400"/>
            <a:chOff x="3032890" y="4934732"/>
            <a:chExt cx="656455" cy="608400"/>
          </a:xfrm>
        </p:grpSpPr>
        <p:sp>
          <p:nvSpPr>
            <p:cNvPr id="22" name="Oval 21">
              <a:extLst>
                <a:ext uri="{FF2B5EF4-FFF2-40B4-BE49-F238E27FC236}">
                  <a16:creationId xmlns:a16="http://schemas.microsoft.com/office/drawing/2014/main" id="{F7813C19-C7A3-D5B0-5201-9A3B203CD1E9}"/>
                </a:ext>
              </a:extLst>
            </p:cNvPr>
            <p:cNvSpPr>
              <a:spLocks noChangeAspect="1"/>
            </p:cNvSpPr>
            <p:nvPr/>
          </p:nvSpPr>
          <p:spPr>
            <a:xfrm>
              <a:off x="3080945" y="4934732"/>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23" name="TextBox 22">
              <a:extLst>
                <a:ext uri="{FF2B5EF4-FFF2-40B4-BE49-F238E27FC236}">
                  <a16:creationId xmlns:a16="http://schemas.microsoft.com/office/drawing/2014/main" id="{00235EBB-3DC0-EF11-EC3A-7982ADBB0B32}"/>
                </a:ext>
              </a:extLst>
            </p:cNvPr>
            <p:cNvSpPr txBox="1"/>
            <p:nvPr/>
          </p:nvSpPr>
          <p:spPr>
            <a:xfrm flipH="1">
              <a:off x="3032890" y="4943983"/>
              <a:ext cx="641376" cy="584775"/>
            </a:xfrm>
            <a:prstGeom prst="rect">
              <a:avLst/>
            </a:prstGeom>
            <a:noFill/>
          </p:spPr>
          <p:txBody>
            <a:bodyPr wrap="square" rtlCol="1">
              <a:spAutoFit/>
            </a:bodyPr>
            <a:lstStyle/>
            <a:p>
              <a:r>
                <a:rPr lang="en-US" sz="3200" dirty="0">
                  <a:solidFill>
                    <a:srgbClr val="BAA38F"/>
                  </a:solidFill>
                  <a:latin typeface="Arial" panose="020B0604020202020204" pitchFamily="34" charset="0"/>
                  <a:cs typeface="Arial" panose="020B0604020202020204" pitchFamily="34" charset="0"/>
                </a:rPr>
                <a:t>12</a:t>
              </a:r>
              <a:endParaRPr lang="ar-SA" sz="3200" dirty="0">
                <a:solidFill>
                  <a:srgbClr val="BAA38F"/>
                </a:solidFill>
                <a:latin typeface="Arial" panose="020B0604020202020204" pitchFamily="34" charset="0"/>
                <a:cs typeface="Arial" panose="020B0604020202020204" pitchFamily="34" charset="0"/>
              </a:endParaRPr>
            </a:p>
          </p:txBody>
        </p:sp>
      </p:grpSp>
      <p:graphicFrame>
        <p:nvGraphicFramePr>
          <p:cNvPr id="62" name="Diagram 61">
            <a:extLst>
              <a:ext uri="{FF2B5EF4-FFF2-40B4-BE49-F238E27FC236}">
                <a16:creationId xmlns:a16="http://schemas.microsoft.com/office/drawing/2014/main" id="{722DC0BA-BD9D-F41D-D9B5-29168F979E8E}"/>
              </a:ext>
            </a:extLst>
          </p:cNvPr>
          <p:cNvGraphicFramePr/>
          <p:nvPr/>
        </p:nvGraphicFramePr>
        <p:xfrm>
          <a:off x="2556194" y="1785748"/>
          <a:ext cx="6849582" cy="464509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63" name="Group 62">
            <a:extLst>
              <a:ext uri="{FF2B5EF4-FFF2-40B4-BE49-F238E27FC236}">
                <a16:creationId xmlns:a16="http://schemas.microsoft.com/office/drawing/2014/main" id="{EB5651D8-18B2-081E-F462-28A76C3AFA74}"/>
              </a:ext>
            </a:extLst>
          </p:cNvPr>
          <p:cNvGrpSpPr/>
          <p:nvPr/>
        </p:nvGrpSpPr>
        <p:grpSpPr>
          <a:xfrm>
            <a:off x="554640" y="1865462"/>
            <a:ext cx="1960155" cy="1462638"/>
            <a:chOff x="709166" y="1123466"/>
            <a:chExt cx="1960155" cy="1462638"/>
          </a:xfrm>
        </p:grpSpPr>
        <p:pic>
          <p:nvPicPr>
            <p:cNvPr id="64" name="Picture 2">
              <a:extLst>
                <a:ext uri="{FF2B5EF4-FFF2-40B4-BE49-F238E27FC236}">
                  <a16:creationId xmlns:a16="http://schemas.microsoft.com/office/drawing/2014/main" id="{E2A36A04-73F8-5A57-8AA4-526194850E49}"/>
                </a:ext>
              </a:extLst>
            </p:cNvPr>
            <p:cNvPicPr>
              <a:picLocks noChangeAspect="1" noChangeArrowheads="1"/>
            </p:cNvPicPr>
            <p:nvPr/>
          </p:nvPicPr>
          <p:blipFill rotWithShape="1">
            <a:blip r:embed="rId7" cstate="print">
              <a:clrChange>
                <a:clrFrom>
                  <a:srgbClr val="FFFFFF"/>
                </a:clrFrom>
                <a:clrTo>
                  <a:srgbClr val="FFFFFF">
                    <a:alpha val="0"/>
                  </a:srgbClr>
                </a:clrTo>
              </a:clrChange>
              <a:duotone>
                <a:schemeClr val="accent2">
                  <a:shade val="45000"/>
                  <a:satMod val="135000"/>
                </a:schemeClr>
                <a:prstClr val="white"/>
              </a:duotone>
              <a:extLst>
                <a:ext uri="{28A0092B-C50C-407E-A947-70E740481C1C}">
                  <a14:useLocalDpi xmlns:a14="http://schemas.microsoft.com/office/drawing/2010/main" val="0"/>
                </a:ext>
              </a:extLst>
            </a:blip>
            <a:srcRect t="12259" b="18650"/>
            <a:stretch/>
          </p:blipFill>
          <p:spPr bwMode="auto">
            <a:xfrm>
              <a:off x="709166" y="1123466"/>
              <a:ext cx="1960155" cy="1462638"/>
            </a:xfrm>
            <a:prstGeom prst="rect">
              <a:avLst/>
            </a:prstGeom>
            <a:noFill/>
            <a:extLst>
              <a:ext uri="{909E8E84-426E-40DD-AFC4-6F175D3DCCD1}">
                <a14:hiddenFill xmlns:a14="http://schemas.microsoft.com/office/drawing/2010/main">
                  <a:solidFill>
                    <a:srgbClr val="FFFFFF"/>
                  </a:solidFill>
                </a14:hiddenFill>
              </a:ext>
            </a:extLst>
          </p:spPr>
        </p:pic>
        <p:sp>
          <p:nvSpPr>
            <p:cNvPr id="65" name="Rectangle: Rounded Corners 64">
              <a:extLst>
                <a:ext uri="{FF2B5EF4-FFF2-40B4-BE49-F238E27FC236}">
                  <a16:creationId xmlns:a16="http://schemas.microsoft.com/office/drawing/2014/main" id="{E6926D1E-E3A4-02EA-CC84-DF428A1E9C68}"/>
                </a:ext>
              </a:extLst>
            </p:cNvPr>
            <p:cNvSpPr/>
            <p:nvPr/>
          </p:nvSpPr>
          <p:spPr>
            <a:xfrm>
              <a:off x="883920" y="1147805"/>
              <a:ext cx="777240" cy="776120"/>
            </a:xfrm>
            <a:prstGeom prst="roundRect">
              <a:avLst>
                <a:gd name="adj" fmla="val 23947"/>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4400" dirty="0">
                  <a:cs typeface="JF Flat" panose="02000500000000000000" pitchFamily="2" charset="-78"/>
                </a:rPr>
                <a:t>ع</a:t>
              </a:r>
              <a:endParaRPr lang="en-US" sz="4400" dirty="0">
                <a:cs typeface="JF Flat" panose="02000500000000000000" pitchFamily="2" charset="-78"/>
              </a:endParaRPr>
            </a:p>
          </p:txBody>
        </p:sp>
      </p:grpSp>
      <p:graphicFrame>
        <p:nvGraphicFramePr>
          <p:cNvPr id="66" name="Diagram 65">
            <a:extLst>
              <a:ext uri="{FF2B5EF4-FFF2-40B4-BE49-F238E27FC236}">
                <a16:creationId xmlns:a16="http://schemas.microsoft.com/office/drawing/2014/main" id="{9E0A50A3-C9E8-36DC-79D3-726FBEAD0422}"/>
              </a:ext>
            </a:extLst>
          </p:cNvPr>
          <p:cNvGraphicFramePr/>
          <p:nvPr/>
        </p:nvGraphicFramePr>
        <p:xfrm>
          <a:off x="-246652" y="3028254"/>
          <a:ext cx="5252720" cy="381372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68" name="Picture 67">
            <a:extLst>
              <a:ext uri="{FF2B5EF4-FFF2-40B4-BE49-F238E27FC236}">
                <a16:creationId xmlns:a16="http://schemas.microsoft.com/office/drawing/2014/main" id="{82F97B4E-4298-0CD4-833E-9A05208FBEF6}"/>
              </a:ext>
            </a:extLst>
          </p:cNvPr>
          <p:cNvPicPr>
            <a:picLocks noChangeAspect="1"/>
          </p:cNvPicPr>
          <p:nvPr/>
        </p:nvPicPr>
        <p:blipFill>
          <a:blip r:embed="rId13" cstate="print">
            <a:duotone>
              <a:prstClr val="black"/>
              <a:schemeClr val="accent2">
                <a:tint val="45000"/>
                <a:satMod val="400000"/>
              </a:schemeClr>
            </a:duotone>
            <a:extLst>
              <a:ext uri="{28A0092B-C50C-407E-A947-70E740481C1C}">
                <a14:useLocalDpi xmlns:a14="http://schemas.microsoft.com/office/drawing/2010/main" val="0"/>
              </a:ext>
            </a:extLst>
          </a:blip>
          <a:stretch>
            <a:fillRect/>
          </a:stretch>
        </p:blipFill>
        <p:spPr>
          <a:xfrm>
            <a:off x="5645278" y="4898851"/>
            <a:ext cx="1122848" cy="764918"/>
          </a:xfrm>
          <a:prstGeom prst="rect">
            <a:avLst/>
          </a:prstGeom>
        </p:spPr>
      </p:pic>
      <p:pic>
        <p:nvPicPr>
          <p:cNvPr id="69" name="Picture 1">
            <a:extLst>
              <a:ext uri="{FF2B5EF4-FFF2-40B4-BE49-F238E27FC236}">
                <a16:creationId xmlns:a16="http://schemas.microsoft.com/office/drawing/2014/main" id="{11BAA9BD-7BD1-AC3D-C031-224E8A95CE8A}"/>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5937750" y="2246184"/>
            <a:ext cx="688486" cy="992382"/>
          </a:xfrm>
          <a:prstGeom prst="rect">
            <a:avLst/>
          </a:prstGeom>
        </p:spPr>
      </p:pic>
      <p:sp>
        <p:nvSpPr>
          <p:cNvPr id="70" name="TextBox 69">
            <a:extLst>
              <a:ext uri="{FF2B5EF4-FFF2-40B4-BE49-F238E27FC236}">
                <a16:creationId xmlns:a16="http://schemas.microsoft.com/office/drawing/2014/main" id="{7710C4F6-726B-10BD-6E15-9CEF095F1C63}"/>
              </a:ext>
            </a:extLst>
          </p:cNvPr>
          <p:cNvSpPr txBox="1"/>
          <p:nvPr/>
        </p:nvSpPr>
        <p:spPr>
          <a:xfrm>
            <a:off x="3996203" y="2463216"/>
            <a:ext cx="144328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mn-ea"/>
                <a:cs typeface="Andalus"/>
              </a:rPr>
              <a:t>Submit the application and provide the requirements </a:t>
            </a:r>
          </a:p>
        </p:txBody>
      </p:sp>
      <p:sp>
        <p:nvSpPr>
          <p:cNvPr id="71" name="TextBox 70">
            <a:extLst>
              <a:ext uri="{FF2B5EF4-FFF2-40B4-BE49-F238E27FC236}">
                <a16:creationId xmlns:a16="http://schemas.microsoft.com/office/drawing/2014/main" id="{1A7FAFF9-CA06-D4CA-42ED-3849C4CD17B2}"/>
              </a:ext>
            </a:extLst>
          </p:cNvPr>
          <p:cNvSpPr txBox="1"/>
          <p:nvPr/>
        </p:nvSpPr>
        <p:spPr>
          <a:xfrm>
            <a:off x="5539551" y="5663769"/>
            <a:ext cx="1443283" cy="46166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mn-ea"/>
                <a:cs typeface="Andalus"/>
              </a:rPr>
              <a:t>Issuance of The license</a:t>
            </a:r>
          </a:p>
        </p:txBody>
      </p:sp>
      <p:sp>
        <p:nvSpPr>
          <p:cNvPr id="72" name="TextBox 71">
            <a:extLst>
              <a:ext uri="{FF2B5EF4-FFF2-40B4-BE49-F238E27FC236}">
                <a16:creationId xmlns:a16="http://schemas.microsoft.com/office/drawing/2014/main" id="{A18B48B8-99D4-4666-4A01-44E2491126BF}"/>
              </a:ext>
            </a:extLst>
          </p:cNvPr>
          <p:cNvSpPr txBox="1"/>
          <p:nvPr/>
        </p:nvSpPr>
        <p:spPr>
          <a:xfrm>
            <a:off x="6406344" y="3905355"/>
            <a:ext cx="1443283"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a:ea typeface="+mn-ea"/>
                <a:cs typeface="Andalus"/>
              </a:rPr>
              <a:t>Follow up with government Department </a:t>
            </a:r>
          </a:p>
        </p:txBody>
      </p:sp>
      <p:pic>
        <p:nvPicPr>
          <p:cNvPr id="73" name="Picture 20">
            <a:extLst>
              <a:ext uri="{FF2B5EF4-FFF2-40B4-BE49-F238E27FC236}">
                <a16:creationId xmlns:a16="http://schemas.microsoft.com/office/drawing/2014/main" id="{5AB5E63D-0156-4014-E1C3-1D0FE6C570FE}"/>
              </a:ext>
            </a:extLst>
          </p:cNvPr>
          <p:cNvPicPr>
            <a:picLocks noChangeAspect="1"/>
          </p:cNvPicPr>
          <p:nvPr/>
        </p:nvPicPr>
        <p:blipFill>
          <a:blip r:embed="rId15"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5095564" y="3905355"/>
            <a:ext cx="1123918" cy="513611"/>
          </a:xfrm>
          <a:prstGeom prst="rect">
            <a:avLst/>
          </a:prstGeom>
        </p:spPr>
      </p:pic>
      <p:pic>
        <p:nvPicPr>
          <p:cNvPr id="74" name="Picture 8" descr="وزارة الخارجية (السعودية) - ويكيبيديا">
            <a:extLst>
              <a:ext uri="{FF2B5EF4-FFF2-40B4-BE49-F238E27FC236}">
                <a16:creationId xmlns:a16="http://schemas.microsoft.com/office/drawing/2014/main" id="{5EEEBAFD-3097-2028-29C0-9C945DB12AB3}"/>
              </a:ext>
            </a:extLst>
          </p:cNvPr>
          <p:cNvPicPr>
            <a:picLocks noChangeAspect="1" noChangeArrowheads="1"/>
          </p:cNvPicPr>
          <p:nvPr/>
        </p:nvPicPr>
        <p:blipFill>
          <a:blip r:embed="rId16" cstate="print">
            <a:duotone>
              <a:schemeClr val="bg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7391726" y="4710109"/>
            <a:ext cx="1324375" cy="1290034"/>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10" descr="شركة إتمام للخدمات - إطلاق خدمة استعلام السجلات التجارية عبر &quot;توكلنا&quot;: خطوة  نحو تعزيز الشفافية في القطاع التجاري السعودي">
            <a:extLst>
              <a:ext uri="{FF2B5EF4-FFF2-40B4-BE49-F238E27FC236}">
                <a16:creationId xmlns:a16="http://schemas.microsoft.com/office/drawing/2014/main" id="{3B5127E6-783D-1CF7-4F50-B89F8C083F2E}"/>
              </a:ext>
            </a:extLst>
          </p:cNvPr>
          <p:cNvPicPr>
            <a:picLocks noChangeAspect="1" noChangeArrowheads="1"/>
          </p:cNvPicPr>
          <p:nvPr/>
        </p:nvPicPr>
        <p:blipFill rotWithShape="1">
          <a:blip r:embed="rId17" cstate="print">
            <a:duotone>
              <a:schemeClr val="bg2">
                <a:shade val="45000"/>
                <a:satMod val="135000"/>
              </a:schemeClr>
              <a:prstClr val="white"/>
            </a:duotone>
            <a:extLst>
              <a:ext uri="{28A0092B-C50C-407E-A947-70E740481C1C}">
                <a14:useLocalDpi xmlns:a14="http://schemas.microsoft.com/office/drawing/2010/main" val="0"/>
              </a:ext>
            </a:extLst>
          </a:blip>
          <a:srcRect l="18538" r="18538"/>
          <a:stretch/>
        </p:blipFill>
        <p:spPr bwMode="auto">
          <a:xfrm>
            <a:off x="7351582" y="2070392"/>
            <a:ext cx="1404665" cy="1456029"/>
          </a:xfrm>
          <a:prstGeom prst="rect">
            <a:avLst/>
          </a:prstGeom>
          <a:noFill/>
          <a:extLst>
            <a:ext uri="{909E8E84-426E-40DD-AFC4-6F175D3DCCD1}">
              <a14:hiddenFill xmlns:a14="http://schemas.microsoft.com/office/drawing/2010/main">
                <a:solidFill>
                  <a:srgbClr val="FFFFFF"/>
                </a:solidFill>
              </a14:hiddenFill>
            </a:ext>
          </a:extLst>
        </p:spPr>
      </p:pic>
      <p:pic>
        <p:nvPicPr>
          <p:cNvPr id="76" name="Graphic 75" descr="Contract with solid fill">
            <a:extLst>
              <a:ext uri="{FF2B5EF4-FFF2-40B4-BE49-F238E27FC236}">
                <a16:creationId xmlns:a16="http://schemas.microsoft.com/office/drawing/2014/main" id="{A349BDE6-4DA4-009B-A8AF-5DCBC77A81EF}"/>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2386291" y="3518438"/>
            <a:ext cx="914400" cy="914400"/>
          </a:xfrm>
          <a:prstGeom prst="rect">
            <a:avLst/>
          </a:prstGeom>
        </p:spPr>
      </p:pic>
      <p:pic>
        <p:nvPicPr>
          <p:cNvPr id="77" name="Picture 76" descr="A black background with brown squares with white letters and arrows&#10;&#10;Description automatically generated">
            <a:extLst>
              <a:ext uri="{FF2B5EF4-FFF2-40B4-BE49-F238E27FC236}">
                <a16:creationId xmlns:a16="http://schemas.microsoft.com/office/drawing/2014/main" id="{3999C8C5-830B-D675-06B4-0208C70F9813}"/>
              </a:ext>
            </a:extLst>
          </p:cNvPr>
          <p:cNvPicPr>
            <a:picLocks noChangeAspect="1"/>
          </p:cNvPicPr>
          <p:nvPr/>
        </p:nvPicPr>
        <p:blipFill>
          <a:blip r:embed="rId19" cstate="print">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3178643" y="3859319"/>
            <a:ext cx="599253" cy="470600"/>
          </a:xfrm>
          <a:prstGeom prst="rect">
            <a:avLst/>
          </a:prstGeom>
        </p:spPr>
      </p:pic>
      <p:pic>
        <p:nvPicPr>
          <p:cNvPr id="78" name="Picture 4" descr="Writing - Free business icons">
            <a:extLst>
              <a:ext uri="{FF2B5EF4-FFF2-40B4-BE49-F238E27FC236}">
                <a16:creationId xmlns:a16="http://schemas.microsoft.com/office/drawing/2014/main" id="{6C727DB8-60D0-2640-327F-800894715DE4}"/>
              </a:ext>
            </a:extLst>
          </p:cNvPr>
          <p:cNvPicPr>
            <a:picLocks noChangeAspect="1" noChangeArrowheads="1"/>
          </p:cNvPicPr>
          <p:nvPr/>
        </p:nvPicPr>
        <p:blipFill>
          <a:blip r:embed="rId20"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289686" y="3685570"/>
            <a:ext cx="805322" cy="805322"/>
          </a:xfrm>
          <a:prstGeom prst="rect">
            <a:avLst/>
          </a:prstGeom>
          <a:noFill/>
          <a:extLst>
            <a:ext uri="{909E8E84-426E-40DD-AFC4-6F175D3DCCD1}">
              <a14:hiddenFill xmlns:a14="http://schemas.microsoft.com/office/drawing/2010/main">
                <a:solidFill>
                  <a:srgbClr val="FFFFFF"/>
                </a:solidFill>
              </a14:hiddenFill>
            </a:ext>
          </a:extLst>
        </p:spPr>
      </p:pic>
      <p:pic>
        <p:nvPicPr>
          <p:cNvPr id="79" name="Picture 6" descr="Draft - Free interface icons">
            <a:extLst>
              <a:ext uri="{FF2B5EF4-FFF2-40B4-BE49-F238E27FC236}">
                <a16:creationId xmlns:a16="http://schemas.microsoft.com/office/drawing/2014/main" id="{FAF38225-409E-2420-0A4F-CE61F16EA0EE}"/>
              </a:ext>
            </a:extLst>
          </p:cNvPr>
          <p:cNvPicPr>
            <a:picLocks noChangeAspect="1" noChangeArrowheads="1"/>
          </p:cNvPicPr>
          <p:nvPr/>
        </p:nvPicPr>
        <p:blipFill>
          <a:blip r:embed="rId21" cstate="print">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1787950" y="5194821"/>
            <a:ext cx="805322" cy="805322"/>
          </a:xfrm>
          <a:prstGeom prst="rect">
            <a:avLst/>
          </a:prstGeom>
          <a:noFill/>
          <a:extLst>
            <a:ext uri="{909E8E84-426E-40DD-AFC4-6F175D3DCCD1}">
              <a14:hiddenFill xmlns:a14="http://schemas.microsoft.com/office/drawing/2010/main">
                <a:solidFill>
                  <a:srgbClr val="FFFFFF"/>
                </a:solidFill>
              </a14:hiddenFill>
            </a:ext>
          </a:extLst>
        </p:spPr>
      </p:pic>
      <p:cxnSp>
        <p:nvCxnSpPr>
          <p:cNvPr id="10" name="Straight Connector 9">
            <a:extLst>
              <a:ext uri="{FF2B5EF4-FFF2-40B4-BE49-F238E27FC236}">
                <a16:creationId xmlns:a16="http://schemas.microsoft.com/office/drawing/2014/main" id="{9E35EDF5-8A50-F70E-21F7-43AABFC8ED73}"/>
              </a:ext>
            </a:extLst>
          </p:cNvPr>
          <p:cNvCxnSpPr/>
          <p:nvPr/>
        </p:nvCxnSpPr>
        <p:spPr>
          <a:xfrm>
            <a:off x="8790109" y="1785748"/>
            <a:ext cx="0" cy="4740767"/>
          </a:xfrm>
          <a:prstGeom prst="line">
            <a:avLst/>
          </a:prstGeom>
          <a:ln w="12700">
            <a:solidFill>
              <a:srgbClr val="956C43"/>
            </a:solidFill>
            <a:prstDash val="dash"/>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6E0C53D-98F2-2722-3021-BB97E021AE55}"/>
              </a:ext>
            </a:extLst>
          </p:cNvPr>
          <p:cNvSpPr txBox="1"/>
          <p:nvPr/>
        </p:nvSpPr>
        <p:spPr>
          <a:xfrm>
            <a:off x="9450991" y="1450017"/>
            <a:ext cx="3826410" cy="276999"/>
          </a:xfrm>
          <a:prstGeom prst="rect">
            <a:avLst/>
          </a:prstGeom>
          <a:noFill/>
        </p:spPr>
        <p:txBody>
          <a:bodyPr wrap="square">
            <a:spAutoFit/>
          </a:bodyPr>
          <a:lstStyle/>
          <a:p>
            <a:r>
              <a:rPr lang="en-US" sz="1200" dirty="0">
                <a:solidFill>
                  <a:srgbClr val="0F3353"/>
                </a:solidFill>
                <a:latin typeface="+mj-lt"/>
              </a:rPr>
              <a:t>Temporary  General Manager:</a:t>
            </a:r>
          </a:p>
        </p:txBody>
      </p:sp>
      <p:graphicFrame>
        <p:nvGraphicFramePr>
          <p:cNvPr id="16" name="Diagram 15">
            <a:extLst>
              <a:ext uri="{FF2B5EF4-FFF2-40B4-BE49-F238E27FC236}">
                <a16:creationId xmlns:a16="http://schemas.microsoft.com/office/drawing/2014/main" id="{04895EC2-3A2F-0094-DE78-A6DB03DB2BCA}"/>
              </a:ext>
            </a:extLst>
          </p:cNvPr>
          <p:cNvGraphicFramePr/>
          <p:nvPr/>
        </p:nvGraphicFramePr>
        <p:xfrm>
          <a:off x="8574974" y="1691766"/>
          <a:ext cx="3333442" cy="353766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pic>
        <p:nvPicPr>
          <p:cNvPr id="18" name="Picture 17" descr="A person with a beard and a turban&#10;&#10;AI-generated content may be incorrect.">
            <a:extLst>
              <a:ext uri="{FF2B5EF4-FFF2-40B4-BE49-F238E27FC236}">
                <a16:creationId xmlns:a16="http://schemas.microsoft.com/office/drawing/2014/main" id="{4A8FCD8C-8ABD-7823-2500-83A2710868A6}"/>
              </a:ext>
            </a:extLst>
          </p:cNvPr>
          <p:cNvPicPr>
            <a:picLocks noChangeAspect="1"/>
          </p:cNvPicPr>
          <p:nvPr/>
        </p:nvPicPr>
        <p:blipFill>
          <a:blip r:embed="rId27">
            <a:lum bright="70000" contrast="-70000"/>
            <a:extLst>
              <a:ext uri="{28A0092B-C50C-407E-A947-70E740481C1C}">
                <a14:useLocalDpi xmlns:a14="http://schemas.microsoft.com/office/drawing/2010/main" val="0"/>
              </a:ext>
            </a:extLst>
          </a:blip>
          <a:stretch>
            <a:fillRect/>
          </a:stretch>
        </p:blipFill>
        <p:spPr>
          <a:xfrm>
            <a:off x="8706583" y="4350121"/>
            <a:ext cx="2201643" cy="2201643"/>
          </a:xfrm>
          <a:prstGeom prst="rect">
            <a:avLst/>
          </a:prstGeom>
        </p:spPr>
      </p:pic>
      <p:pic>
        <p:nvPicPr>
          <p:cNvPr id="24" name="Picture 23">
            <a:extLst>
              <a:ext uri="{FF2B5EF4-FFF2-40B4-BE49-F238E27FC236}">
                <a16:creationId xmlns:a16="http://schemas.microsoft.com/office/drawing/2014/main" id="{F831DD64-2C4C-5CE2-8481-F1121536DB99}"/>
              </a:ext>
            </a:extLst>
          </p:cNvPr>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0568301" y="5688844"/>
            <a:ext cx="654307" cy="417186"/>
          </a:xfrm>
          <a:prstGeom prst="rect">
            <a:avLst/>
          </a:prstGeom>
        </p:spPr>
      </p:pic>
      <p:grpSp>
        <p:nvGrpSpPr>
          <p:cNvPr id="8" name="Group 7">
            <a:extLst>
              <a:ext uri="{FF2B5EF4-FFF2-40B4-BE49-F238E27FC236}">
                <a16:creationId xmlns:a16="http://schemas.microsoft.com/office/drawing/2014/main" id="{36B5381D-44A6-9898-F587-AAFB2A7091A7}"/>
              </a:ext>
            </a:extLst>
          </p:cNvPr>
          <p:cNvGrpSpPr/>
          <p:nvPr/>
        </p:nvGrpSpPr>
        <p:grpSpPr>
          <a:xfrm>
            <a:off x="40485" y="1296036"/>
            <a:ext cx="641376" cy="608400"/>
            <a:chOff x="3063828" y="4934732"/>
            <a:chExt cx="641376" cy="608400"/>
          </a:xfrm>
        </p:grpSpPr>
        <p:sp>
          <p:nvSpPr>
            <p:cNvPr id="12" name="Oval 11">
              <a:extLst>
                <a:ext uri="{FF2B5EF4-FFF2-40B4-BE49-F238E27FC236}">
                  <a16:creationId xmlns:a16="http://schemas.microsoft.com/office/drawing/2014/main" id="{FDB6E7E9-E572-3286-0605-25FD704B89C8}"/>
                </a:ext>
              </a:extLst>
            </p:cNvPr>
            <p:cNvSpPr>
              <a:spLocks noChangeAspect="1"/>
            </p:cNvSpPr>
            <p:nvPr/>
          </p:nvSpPr>
          <p:spPr>
            <a:xfrm>
              <a:off x="3080945" y="4934732"/>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4" name="TextBox 13">
              <a:extLst>
                <a:ext uri="{FF2B5EF4-FFF2-40B4-BE49-F238E27FC236}">
                  <a16:creationId xmlns:a16="http://schemas.microsoft.com/office/drawing/2014/main" id="{3D106273-445F-BE42-94EE-7017A5FB60FE}"/>
                </a:ext>
              </a:extLst>
            </p:cNvPr>
            <p:cNvSpPr txBox="1"/>
            <p:nvPr/>
          </p:nvSpPr>
          <p:spPr>
            <a:xfrm flipH="1">
              <a:off x="3063828" y="4944640"/>
              <a:ext cx="641376" cy="584775"/>
            </a:xfrm>
            <a:prstGeom prst="rect">
              <a:avLst/>
            </a:prstGeom>
            <a:noFill/>
          </p:spPr>
          <p:txBody>
            <a:bodyPr wrap="square" rtlCol="1">
              <a:spAutoFit/>
            </a:bodyPr>
            <a:lstStyle/>
            <a:p>
              <a:r>
                <a:rPr lang="en-US" sz="3200" dirty="0">
                  <a:solidFill>
                    <a:srgbClr val="BAA38F"/>
                  </a:solidFill>
                  <a:latin typeface="Arial" panose="020B0604020202020204" pitchFamily="34" charset="0"/>
                  <a:cs typeface="Arial" panose="020B0604020202020204" pitchFamily="34" charset="0"/>
                </a:rPr>
                <a:t>10</a:t>
              </a:r>
              <a:endParaRPr lang="ar-SA" sz="3200" dirty="0">
                <a:solidFill>
                  <a:srgbClr val="BAA38F"/>
                </a:solidFill>
                <a:latin typeface="Arial" panose="020B0604020202020204" pitchFamily="34" charset="0"/>
                <a:cs typeface="Arial" panose="020B0604020202020204" pitchFamily="34" charset="0"/>
              </a:endParaRPr>
            </a:p>
          </p:txBody>
        </p:sp>
      </p:grpSp>
      <p:sp>
        <p:nvSpPr>
          <p:cNvPr id="17" name="Title 1">
            <a:extLst>
              <a:ext uri="{FF2B5EF4-FFF2-40B4-BE49-F238E27FC236}">
                <a16:creationId xmlns:a16="http://schemas.microsoft.com/office/drawing/2014/main" id="{ADC6C97D-C19F-331B-AFE9-71DF104ED5CF}"/>
              </a:ext>
            </a:extLst>
          </p:cNvPr>
          <p:cNvSpPr>
            <a:spLocks noGrp="1"/>
          </p:cNvSpPr>
          <p:nvPr>
            <p:ph type="title"/>
          </p:nvPr>
        </p:nvSpPr>
        <p:spPr>
          <a:xfrm>
            <a:off x="66553" y="183405"/>
            <a:ext cx="8194876" cy="719844"/>
          </a:xfrm>
        </p:spPr>
        <p:txBody>
          <a:bodyPr>
            <a:normAutofit/>
          </a:bodyPr>
          <a:lstStyle/>
          <a:p>
            <a:r>
              <a:rPr lang="en-US" sz="2400" dirty="0"/>
              <a:t>Scope of work | </a:t>
            </a:r>
            <a:r>
              <a:rPr lang="en-US" sz="1600" dirty="0"/>
              <a:t>Additional and Optional:</a:t>
            </a:r>
          </a:p>
        </p:txBody>
      </p:sp>
    </p:spTree>
    <p:extLst>
      <p:ext uri="{BB962C8B-B14F-4D97-AF65-F5344CB8AC3E}">
        <p14:creationId xmlns:p14="http://schemas.microsoft.com/office/powerpoint/2010/main" val="3608246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9"/>
                                        </p:tgtEl>
                                        <p:attrNameLst>
                                          <p:attrName>style.visibility</p:attrName>
                                        </p:attrNameLst>
                                      </p:cBhvr>
                                      <p:to>
                                        <p:strVal val="visible"/>
                                      </p:to>
                                    </p:set>
                                    <p:animEffect transition="in" filter="fade">
                                      <p:cBhvr>
                                        <p:cTn id="7" dur="750"/>
                                        <p:tgtEl>
                                          <p:spTgt spid="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C89E5-CCC0-B7D3-AB49-0DA772862E06}"/>
              </a:ext>
            </a:extLst>
          </p:cNvPr>
          <p:cNvSpPr>
            <a:spLocks noGrp="1"/>
          </p:cNvSpPr>
          <p:nvPr>
            <p:ph type="title"/>
          </p:nvPr>
        </p:nvSpPr>
        <p:spPr/>
        <p:txBody>
          <a:bodyPr/>
          <a:lstStyle/>
          <a:p>
            <a:pPr algn="ctr"/>
            <a:r>
              <a:rPr lang="en-US" dirty="0"/>
              <a:t>The Fees</a:t>
            </a:r>
          </a:p>
        </p:txBody>
      </p:sp>
    </p:spTree>
    <p:extLst>
      <p:ext uri="{BB962C8B-B14F-4D97-AF65-F5344CB8AC3E}">
        <p14:creationId xmlns:p14="http://schemas.microsoft.com/office/powerpoint/2010/main" val="25506839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AA7B7-3742-C88B-9AA4-CB0DBE990CD1}"/>
              </a:ext>
            </a:extLst>
          </p:cNvPr>
          <p:cNvSpPr>
            <a:spLocks noGrp="1"/>
          </p:cNvSpPr>
          <p:nvPr>
            <p:ph type="title"/>
          </p:nvPr>
        </p:nvSpPr>
        <p:spPr>
          <a:xfrm>
            <a:off x="40451" y="51162"/>
            <a:ext cx="8194876" cy="487927"/>
          </a:xfrm>
        </p:spPr>
        <p:txBody>
          <a:bodyPr>
            <a:normAutofit/>
          </a:bodyPr>
          <a:lstStyle/>
          <a:p>
            <a:r>
              <a:rPr lang="en-US" sz="2400" dirty="0"/>
              <a:t>The Fees | </a:t>
            </a:r>
            <a:r>
              <a:rPr lang="en-US" sz="1600" b="1" dirty="0">
                <a:latin typeface="+mn-lt"/>
              </a:rPr>
              <a:t>Taajeel Fees</a:t>
            </a:r>
            <a:r>
              <a:rPr lang="en-US" sz="2400" dirty="0">
                <a:latin typeface="+mn-lt"/>
              </a:rPr>
              <a:t>:</a:t>
            </a:r>
          </a:p>
        </p:txBody>
      </p:sp>
      <p:sp>
        <p:nvSpPr>
          <p:cNvPr id="4" name="Slide Number Placeholder 3">
            <a:extLst>
              <a:ext uri="{FF2B5EF4-FFF2-40B4-BE49-F238E27FC236}">
                <a16:creationId xmlns:a16="http://schemas.microsoft.com/office/drawing/2014/main" id="{D73BA70D-4145-8B1E-13DD-FBC2165EA70D}"/>
              </a:ext>
            </a:extLst>
          </p:cNvPr>
          <p:cNvSpPr>
            <a:spLocks noGrp="1"/>
          </p:cNvSpPr>
          <p:nvPr>
            <p:ph type="sldNum" sz="quarter" idx="11"/>
          </p:nvPr>
        </p:nvSpPr>
        <p:spPr/>
        <p:txBody>
          <a:bodyPr/>
          <a:lstStyle/>
          <a:p>
            <a:fld id="{A29190EB-7945-4811-B3CB-0217A9F45703}" type="slidenum">
              <a:rPr lang="en-US" smtClean="0"/>
              <a:pPr/>
              <a:t>24</a:t>
            </a:fld>
            <a:endParaRPr lang="en-US" dirty="0"/>
          </a:p>
        </p:txBody>
      </p:sp>
      <p:cxnSp>
        <p:nvCxnSpPr>
          <p:cNvPr id="5" name="Straight Connector 36">
            <a:extLst>
              <a:ext uri="{FF2B5EF4-FFF2-40B4-BE49-F238E27FC236}">
                <a16:creationId xmlns:a16="http://schemas.microsoft.com/office/drawing/2014/main" id="{155C8923-C228-297A-E5CC-81A57111DCC6}"/>
              </a:ext>
            </a:extLst>
          </p:cNvPr>
          <p:cNvCxnSpPr/>
          <p:nvPr/>
        </p:nvCxnSpPr>
        <p:spPr>
          <a:xfrm>
            <a:off x="2951310" y="1078293"/>
            <a:ext cx="0" cy="1097280"/>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6" name="FEES.AMOUNT">
            <a:extLst>
              <a:ext uri="{FF2B5EF4-FFF2-40B4-BE49-F238E27FC236}">
                <a16:creationId xmlns:a16="http://schemas.microsoft.com/office/drawing/2014/main" id="{9E328247-BBF7-97EA-07FB-0B5FD54E441A}"/>
              </a:ext>
            </a:extLst>
          </p:cNvPr>
          <p:cNvSpPr/>
          <p:nvPr/>
        </p:nvSpPr>
        <p:spPr>
          <a:xfrm>
            <a:off x="3377041" y="1397966"/>
            <a:ext cx="2220480" cy="769441"/>
          </a:xfrm>
          <a:prstGeom prst="rect">
            <a:avLst/>
          </a:prstGeom>
        </p:spPr>
        <p:txBody>
          <a:bodyPr wrap="non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400" dirty="0">
                <a:solidFill>
                  <a:srgbClr val="0F3353"/>
                </a:solidFill>
              </a:rPr>
              <a:t>[FEE]</a:t>
            </a:r>
            <a:endParaRPr kumimoji="0" lang="ar-SA" sz="2800" b="0" i="0" u="none" strike="noStrike" kern="1200" cap="none" spc="0" normalizeH="0" baseline="0" noProof="0" dirty="0">
              <a:ln>
                <a:noFill/>
              </a:ln>
              <a:solidFill>
                <a:srgbClr val="0F3353"/>
              </a:solidFill>
              <a:effectLst/>
              <a:uLnTx/>
              <a:uFillTx/>
            </a:endParaRPr>
          </a:p>
        </p:txBody>
      </p:sp>
      <p:sp>
        <p:nvSpPr>
          <p:cNvPr id="7" name="Rectangle 6">
            <a:extLst>
              <a:ext uri="{FF2B5EF4-FFF2-40B4-BE49-F238E27FC236}">
                <a16:creationId xmlns:a16="http://schemas.microsoft.com/office/drawing/2014/main" id="{5E5C279C-BA61-AAF1-9C12-A6F8F21401C4}"/>
              </a:ext>
            </a:extLst>
          </p:cNvPr>
          <p:cNvSpPr/>
          <p:nvPr/>
        </p:nvSpPr>
        <p:spPr>
          <a:xfrm>
            <a:off x="6289200" y="1792518"/>
            <a:ext cx="1124200" cy="52322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3353"/>
                </a:solidFill>
                <a:effectLst/>
                <a:uLnTx/>
                <a:uFillTx/>
                <a:latin typeface="Lama Sans SemiBold" panose="00000200000000000000" pitchFamily="2" charset="-78"/>
                <a:cs typeface="Lama Sans SemiBold" panose="00000200000000000000" pitchFamily="2" charset="-78"/>
              </a:rPr>
              <a:t>VAT Fees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F3353"/>
                </a:solidFill>
                <a:effectLst/>
                <a:uLnTx/>
                <a:uFillTx/>
                <a:latin typeface="Lama Sans SemiBold" panose="00000200000000000000" pitchFamily="2" charset="-78"/>
                <a:cs typeface="Lama Sans SemiBold" panose="00000200000000000000" pitchFamily="2" charset="-78"/>
              </a:rPr>
              <a:t>15%</a:t>
            </a:r>
          </a:p>
        </p:txBody>
      </p:sp>
      <p:pic>
        <p:nvPicPr>
          <p:cNvPr id="8" name="Picture 7">
            <a:extLst>
              <a:ext uri="{FF2B5EF4-FFF2-40B4-BE49-F238E27FC236}">
                <a16:creationId xmlns:a16="http://schemas.microsoft.com/office/drawing/2014/main" id="{92601078-61C1-51A1-8B05-9E49EABEBBE2}"/>
              </a:ext>
            </a:extLst>
          </p:cNvPr>
          <p:cNvPicPr>
            <a:picLocks noChangeAspect="1"/>
          </p:cNvPicPr>
          <p:nvPr/>
        </p:nvPicPr>
        <p:blipFill rotWithShape="1">
          <a:blip r:embed="rId3" cstate="print">
            <a:clrChange>
              <a:clrFrom>
                <a:srgbClr val="FFFFFF"/>
              </a:clrFrom>
              <a:clrTo>
                <a:srgbClr val="FFFFFF">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rcRect r="64254"/>
          <a:stretch/>
        </p:blipFill>
        <p:spPr>
          <a:xfrm>
            <a:off x="9199649" y="1287626"/>
            <a:ext cx="669319" cy="842757"/>
          </a:xfrm>
          <a:prstGeom prst="rect">
            <a:avLst/>
          </a:prstGeom>
        </p:spPr>
      </p:pic>
      <p:sp>
        <p:nvSpPr>
          <p:cNvPr id="9" name="FEES.VAT">
            <a:extLst>
              <a:ext uri="{FF2B5EF4-FFF2-40B4-BE49-F238E27FC236}">
                <a16:creationId xmlns:a16="http://schemas.microsoft.com/office/drawing/2014/main" id="{E42B4E3A-6D24-36B4-7F85-1AE559AB571B}"/>
              </a:ext>
            </a:extLst>
          </p:cNvPr>
          <p:cNvSpPr/>
          <p:nvPr/>
        </p:nvSpPr>
        <p:spPr>
          <a:xfrm>
            <a:off x="10336231" y="1360942"/>
            <a:ext cx="2318141" cy="769441"/>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400" dirty="0">
                <a:solidFill>
                  <a:srgbClr val="0F3353"/>
                </a:solidFill>
                <a:cs typeface="DIN NEXT™ ARABIC LIGHT" panose="020B0303020203050203" pitchFamily="34" charset="-78"/>
              </a:rPr>
              <a:t>[VAT]</a:t>
            </a:r>
            <a:endParaRPr kumimoji="0" lang="ar-SA" sz="1600" b="0" i="0" u="none" strike="noStrike" kern="1200" cap="none" spc="0" normalizeH="0" baseline="0" noProof="0" dirty="0">
              <a:ln>
                <a:noFill/>
              </a:ln>
              <a:solidFill>
                <a:srgbClr val="0F3353"/>
              </a:solidFill>
              <a:effectLst/>
              <a:uLnTx/>
              <a:uFillTx/>
              <a:cs typeface="DIN NEXT™ ARABIC LIGHT" panose="020B0303020203050203" pitchFamily="34" charset="-78"/>
            </a:endParaRPr>
          </a:p>
        </p:txBody>
      </p:sp>
      <p:pic>
        <p:nvPicPr>
          <p:cNvPr id="11" name="صورة 15">
            <a:extLst>
              <a:ext uri="{FF2B5EF4-FFF2-40B4-BE49-F238E27FC236}">
                <a16:creationId xmlns:a16="http://schemas.microsoft.com/office/drawing/2014/main" id="{8331082C-BBEE-4597-C865-8092C94D59CC}"/>
              </a:ext>
            </a:extLst>
          </p:cNvPr>
          <p:cNvPicPr>
            <a:picLocks noChangeAspect="1"/>
          </p:cNvPicPr>
          <p:nvPr/>
        </p:nvPicPr>
        <p:blipFill>
          <a:blip r:embed="rId4" cstate="print">
            <a:clrChange>
              <a:clrFrom>
                <a:srgbClr val="000000">
                  <a:alpha val="0"/>
                </a:srgbClr>
              </a:clrFrom>
              <a:clrTo>
                <a:srgbClr val="000000">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6471065" y="1111322"/>
            <a:ext cx="762000" cy="751973"/>
          </a:xfrm>
          <a:prstGeom prst="rect">
            <a:avLst/>
          </a:prstGeom>
        </p:spPr>
      </p:pic>
      <p:pic>
        <p:nvPicPr>
          <p:cNvPr id="12" name="صورة 15">
            <a:extLst>
              <a:ext uri="{FF2B5EF4-FFF2-40B4-BE49-F238E27FC236}">
                <a16:creationId xmlns:a16="http://schemas.microsoft.com/office/drawing/2014/main" id="{BE6CD21F-3F9E-4883-3C48-92E79A656A21}"/>
              </a:ext>
            </a:extLst>
          </p:cNvPr>
          <p:cNvPicPr>
            <a:picLocks noChangeAspect="1"/>
          </p:cNvPicPr>
          <p:nvPr/>
        </p:nvPicPr>
        <p:blipFill>
          <a:blip r:embed="rId4" cstate="print">
            <a:clrChange>
              <a:clrFrom>
                <a:srgbClr val="000000">
                  <a:alpha val="0"/>
                </a:srgbClr>
              </a:clrFrom>
              <a:clrTo>
                <a:srgbClr val="000000">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140312" y="1154516"/>
            <a:ext cx="762000" cy="751973"/>
          </a:xfrm>
          <a:prstGeom prst="rect">
            <a:avLst/>
          </a:prstGeom>
        </p:spPr>
      </p:pic>
      <p:sp>
        <p:nvSpPr>
          <p:cNvPr id="15" name="FEES.PAYMENT_METHOD">
            <a:extLst>
              <a:ext uri="{FF2B5EF4-FFF2-40B4-BE49-F238E27FC236}">
                <a16:creationId xmlns:a16="http://schemas.microsoft.com/office/drawing/2014/main" id="{4FFC3F28-CB50-8DD1-BE88-3CB59D3BBD4A}"/>
              </a:ext>
            </a:extLst>
          </p:cNvPr>
          <p:cNvSpPr txBox="1"/>
          <p:nvPr/>
        </p:nvSpPr>
        <p:spPr>
          <a:xfrm>
            <a:off x="192952" y="2080774"/>
            <a:ext cx="5670534" cy="752514"/>
          </a:xfrm>
          <a:prstGeom prst="rect">
            <a:avLst/>
          </a:prstGeom>
          <a:noFill/>
        </p:spPr>
        <p:txBody>
          <a:bodyPr wrap="square" rtlCol="1">
            <a:spAutoFit/>
          </a:bodyPr>
          <a:lstStyle/>
          <a:p>
            <a:pPr marR="0" lvl="0" algn="l" defTabSz="914400" rtl="0" eaLnBrk="1" fontAlgn="auto" latinLnBrk="0" hangingPunct="1">
              <a:lnSpc>
                <a:spcPct val="90000"/>
              </a:lnSpc>
              <a:spcBef>
                <a:spcPts val="1000"/>
              </a:spcBef>
              <a:spcAft>
                <a:spcPts val="0"/>
              </a:spcAft>
              <a:buClr>
                <a:prstClr val="black">
                  <a:lumMod val="50000"/>
                  <a:lumOff val="50000"/>
                </a:prstClr>
              </a:buClr>
              <a:buSzTx/>
              <a:tabLst/>
              <a:defRPr/>
            </a:pPr>
            <a:r>
              <a:rPr kumimoji="0" lang="en-US" sz="1100" b="0" i="0" u="none" strike="noStrike" kern="1200" cap="none" spc="0" normalizeH="0" baseline="0" noProof="0" dirty="0">
                <a:ln>
                  <a:noFill/>
                </a:ln>
                <a:solidFill>
                  <a:srgbClr val="0F3353"/>
                </a:solidFill>
                <a:effectLst/>
                <a:uLnTx/>
                <a:uFillTx/>
                <a:latin typeface="+mj-lt"/>
                <a:ea typeface="+mn-ea"/>
                <a:cs typeface="Andalus"/>
              </a:rPr>
              <a:t>Payment Method:</a:t>
            </a:r>
          </a:p>
          <a:p>
            <a:pPr marL="0" marR="0" lvl="0" indent="0" algn="just" defTabSz="914400" rtl="0" eaLnBrk="1" fontAlgn="auto" latinLnBrk="0" hangingPunct="1">
              <a:lnSpc>
                <a:spcPct val="100000"/>
              </a:lnSpc>
              <a:spcBef>
                <a:spcPts val="0"/>
              </a:spcBef>
              <a:spcAft>
                <a:spcPts val="0"/>
              </a:spcAft>
              <a:buClr>
                <a:prstClr val="black">
                  <a:lumMod val="50000"/>
                  <a:lumOff val="50000"/>
                </a:prstClr>
              </a:buClr>
              <a:buSzTx/>
              <a:buFontTx/>
              <a:buNone/>
              <a:tabLst/>
              <a:defRPr/>
            </a:pPr>
            <a:r>
              <a:rPr kumimoji="0" lang="en-US" sz="1100" b="0" i="0" u="none" strike="noStrike" kern="1200" cap="none" spc="0" normalizeH="0" baseline="0" noProof="0" dirty="0">
                <a:ln>
                  <a:noFill/>
                </a:ln>
                <a:solidFill>
                  <a:srgbClr val="0F3353"/>
                </a:solidFill>
                <a:effectLst/>
                <a:uLnTx/>
                <a:uFillTx/>
                <a:ea typeface="+mn-ea"/>
                <a:cs typeface="Andalus"/>
              </a:rPr>
              <a:t>[PAYMENT TERM 1]</a:t>
            </a:r>
          </a:p>
          <a:p>
            <a:pPr marL="0" marR="0" lvl="0" indent="0" algn="just" defTabSz="914400" rtl="0" eaLnBrk="1" fontAlgn="auto" latinLnBrk="0" hangingPunct="1">
              <a:lnSpc>
                <a:spcPct val="100000"/>
              </a:lnSpc>
              <a:spcBef>
                <a:spcPts val="0"/>
              </a:spcBef>
              <a:spcAft>
                <a:spcPts val="0"/>
              </a:spcAft>
              <a:buClr>
                <a:prstClr val="black">
                  <a:lumMod val="50000"/>
                  <a:lumOff val="50000"/>
                </a:prstClr>
              </a:buClr>
              <a:buSzTx/>
              <a:buFontTx/>
              <a:buNone/>
              <a:tabLst/>
              <a:defRPr/>
            </a:pPr>
            <a:r>
              <a:rPr kumimoji="0" lang="en-US" sz="1100" b="0" i="0" u="none" strike="noStrike" kern="1200" cap="none" spc="0" normalizeH="0" baseline="0" noProof="0" dirty="0">
                <a:ln>
                  <a:noFill/>
                </a:ln>
                <a:solidFill>
                  <a:srgbClr val="0F3353"/>
                </a:solidFill>
                <a:effectLst/>
                <a:uLnTx/>
                <a:uFillTx/>
                <a:ea typeface="+mn-ea"/>
                <a:cs typeface="Andalus"/>
              </a:rPr>
              <a:t>[PAYMENT TERM 2]</a:t>
            </a:r>
          </a:p>
          <a:p>
            <a:pPr marL="0" marR="0" lvl="0" indent="0" algn="just" defTabSz="914400" rtl="0" eaLnBrk="1" fontAlgn="auto" latinLnBrk="0" hangingPunct="1">
              <a:lnSpc>
                <a:spcPct val="100000"/>
              </a:lnSpc>
              <a:spcBef>
                <a:spcPts val="0"/>
              </a:spcBef>
              <a:spcAft>
                <a:spcPts val="0"/>
              </a:spcAft>
              <a:buClr>
                <a:prstClr val="black">
                  <a:lumMod val="50000"/>
                  <a:lumOff val="50000"/>
                </a:prstClr>
              </a:buClr>
              <a:buSzTx/>
              <a:buFontTx/>
              <a:buNone/>
              <a:tabLst/>
              <a:defRPr/>
            </a:pPr>
            <a:r>
              <a:rPr kumimoji="0" lang="en-US" sz="1100" b="0" i="0" u="none" strike="noStrike" kern="1200" cap="none" spc="0" normalizeH="0" baseline="0" noProof="0" dirty="0">
                <a:ln>
                  <a:noFill/>
                </a:ln>
                <a:solidFill>
                  <a:srgbClr val="0F3353"/>
                </a:solidFill>
                <a:effectLst/>
                <a:uLnTx/>
                <a:uFillTx/>
                <a:ea typeface="+mn-ea"/>
                <a:cs typeface="Andalus"/>
              </a:rPr>
              <a:t>[PAYMENT TERM 3]</a:t>
            </a:r>
          </a:p>
        </p:txBody>
      </p:sp>
      <p:sp>
        <p:nvSpPr>
          <p:cNvPr id="17" name="Google Shape;370;p12">
            <a:extLst>
              <a:ext uri="{FF2B5EF4-FFF2-40B4-BE49-F238E27FC236}">
                <a16:creationId xmlns:a16="http://schemas.microsoft.com/office/drawing/2014/main" id="{75F4B705-E4A2-53A7-EF8B-77F1AE705D46}"/>
              </a:ext>
            </a:extLst>
          </p:cNvPr>
          <p:cNvSpPr/>
          <p:nvPr/>
        </p:nvSpPr>
        <p:spPr>
          <a:xfrm>
            <a:off x="-102616" y="4527608"/>
            <a:ext cx="1845743" cy="53087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dirty="0">
                <a:solidFill>
                  <a:srgbClr val="0F3353"/>
                </a:solidFill>
                <a:latin typeface="+mj-lt"/>
                <a:ea typeface="Calibri"/>
                <a:sym typeface="Calibri"/>
              </a:rPr>
              <a:t>Taajeel Fees</a:t>
            </a:r>
            <a:endParaRPr sz="2400" dirty="0">
              <a:solidFill>
                <a:srgbClr val="0F3353"/>
              </a:solidFill>
              <a:latin typeface="+mj-lt"/>
            </a:endParaRPr>
          </a:p>
          <a:p>
            <a:pPr marL="0" marR="0" lvl="0" indent="0" algn="ctr" rtl="0">
              <a:spcBef>
                <a:spcPts val="0"/>
              </a:spcBef>
              <a:spcAft>
                <a:spcPts val="0"/>
              </a:spcAft>
              <a:buNone/>
            </a:pPr>
            <a:r>
              <a:rPr lang="en-US" sz="1050" dirty="0">
                <a:solidFill>
                  <a:srgbClr val="0F3353"/>
                </a:solidFill>
                <a:latin typeface="Calibri"/>
                <a:ea typeface="Calibri"/>
                <a:sym typeface="Calibri"/>
              </a:rPr>
              <a:t>(Additional &amp; Optional)</a:t>
            </a:r>
            <a:endParaRPr sz="1050" dirty="0">
              <a:solidFill>
                <a:srgbClr val="0F3353"/>
              </a:solidFill>
              <a:latin typeface="Calibri"/>
              <a:ea typeface="Calibri"/>
              <a:sym typeface="Calibri"/>
            </a:endParaRPr>
          </a:p>
        </p:txBody>
      </p:sp>
      <p:sp>
        <p:nvSpPr>
          <p:cNvPr id="19" name="Rectangle 45">
            <a:extLst>
              <a:ext uri="{FF2B5EF4-FFF2-40B4-BE49-F238E27FC236}">
                <a16:creationId xmlns:a16="http://schemas.microsoft.com/office/drawing/2014/main" id="{3E0E76C0-CE8E-5D0D-EE04-4B5F217D7B11}"/>
              </a:ext>
            </a:extLst>
          </p:cNvPr>
          <p:cNvSpPr/>
          <p:nvPr/>
        </p:nvSpPr>
        <p:spPr>
          <a:xfrm>
            <a:off x="4549831" y="4185034"/>
            <a:ext cx="2477809" cy="707886"/>
          </a:xfrm>
          <a:prstGeom prst="rect">
            <a:avLst/>
          </a:prstGeom>
        </p:spPr>
        <p:txBody>
          <a:bodyPr wrap="square">
            <a:spAutoFit/>
          </a:bodyPr>
          <a:lstStyle/>
          <a:p>
            <a:pPr algn="ctr" rtl="1"/>
            <a:r>
              <a:rPr lang="en-US" sz="4000" dirty="0">
                <a:solidFill>
                  <a:srgbClr val="0F3353"/>
                </a:solidFill>
                <a:cs typeface="DIN NEXT™ ARABIC LIGHT" panose="020B0303020203050203" pitchFamily="34" charset="-78"/>
              </a:rPr>
              <a:t>1</a:t>
            </a:r>
            <a:r>
              <a:rPr lang="en-US" sz="1400" dirty="0">
                <a:solidFill>
                  <a:srgbClr val="0F3353"/>
                </a:solidFill>
                <a:cs typeface="DIN NEXT™ ARABIC LIGHT" panose="020B0303020203050203" pitchFamily="34" charset="-78"/>
              </a:rPr>
              <a:t>Month Salary</a:t>
            </a:r>
            <a:endParaRPr lang="ar-SA" sz="1400" dirty="0">
              <a:solidFill>
                <a:srgbClr val="0F3353"/>
              </a:solidFill>
              <a:cs typeface="DIN NEXT™ ARABIC LIGHT" panose="020B0303020203050203" pitchFamily="34" charset="-78"/>
            </a:endParaRPr>
          </a:p>
        </p:txBody>
      </p:sp>
      <p:sp>
        <p:nvSpPr>
          <p:cNvPr id="20" name="TextBox 19">
            <a:extLst>
              <a:ext uri="{FF2B5EF4-FFF2-40B4-BE49-F238E27FC236}">
                <a16:creationId xmlns:a16="http://schemas.microsoft.com/office/drawing/2014/main" id="{F1ACADD0-F900-2D43-2CCD-1A598234FCD4}"/>
              </a:ext>
            </a:extLst>
          </p:cNvPr>
          <p:cNvSpPr txBox="1"/>
          <p:nvPr/>
        </p:nvSpPr>
        <p:spPr>
          <a:xfrm>
            <a:off x="5894276" y="4695646"/>
            <a:ext cx="1205587" cy="246221"/>
          </a:xfrm>
          <a:prstGeom prst="rect">
            <a:avLst/>
          </a:prstGeom>
          <a:noFill/>
        </p:spPr>
        <p:txBody>
          <a:bodyPr wrap="square">
            <a:spAutoFit/>
          </a:bodyPr>
          <a:lstStyle/>
          <a:p>
            <a:r>
              <a:rPr lang="en-US" sz="1000" dirty="0">
                <a:solidFill>
                  <a:srgbClr val="5E312A"/>
                </a:solidFill>
              </a:rPr>
              <a:t>Per Employee</a:t>
            </a:r>
          </a:p>
        </p:txBody>
      </p:sp>
      <p:sp>
        <p:nvSpPr>
          <p:cNvPr id="21" name="TextBox 20">
            <a:extLst>
              <a:ext uri="{FF2B5EF4-FFF2-40B4-BE49-F238E27FC236}">
                <a16:creationId xmlns:a16="http://schemas.microsoft.com/office/drawing/2014/main" id="{DC7E8ABA-0037-888A-7EF4-33B3A85F935E}"/>
              </a:ext>
            </a:extLst>
          </p:cNvPr>
          <p:cNvSpPr txBox="1"/>
          <p:nvPr/>
        </p:nvSpPr>
        <p:spPr>
          <a:xfrm>
            <a:off x="5096748" y="4089926"/>
            <a:ext cx="2431006" cy="262829"/>
          </a:xfrm>
          <a:prstGeom prst="rect">
            <a:avLst/>
          </a:prstGeom>
          <a:noFill/>
        </p:spPr>
        <p:txBody>
          <a:bodyPr wrap="square">
            <a:spAutoFit/>
          </a:bodyPr>
          <a:lstStyle/>
          <a:p>
            <a:r>
              <a:rPr lang="en-US" sz="1108" dirty="0">
                <a:solidFill>
                  <a:srgbClr val="0F3353"/>
                </a:solidFill>
              </a:rPr>
              <a:t>Recruitment Services:</a:t>
            </a:r>
          </a:p>
        </p:txBody>
      </p:sp>
      <p:cxnSp>
        <p:nvCxnSpPr>
          <p:cNvPr id="24" name="Google Shape;378;p12">
            <a:extLst>
              <a:ext uri="{FF2B5EF4-FFF2-40B4-BE49-F238E27FC236}">
                <a16:creationId xmlns:a16="http://schemas.microsoft.com/office/drawing/2014/main" id="{F9FB0AB5-0B86-3BCE-E9F6-624F98FAABB1}"/>
              </a:ext>
            </a:extLst>
          </p:cNvPr>
          <p:cNvCxnSpPr>
            <a:cxnSpLocks/>
          </p:cNvCxnSpPr>
          <p:nvPr/>
        </p:nvCxnSpPr>
        <p:spPr>
          <a:xfrm>
            <a:off x="10206514" y="4233660"/>
            <a:ext cx="0" cy="665604"/>
          </a:xfrm>
          <a:prstGeom prst="straightConnector1">
            <a:avLst/>
          </a:prstGeom>
          <a:noFill/>
          <a:ln w="12700" cap="flat" cmpd="sng">
            <a:solidFill>
              <a:srgbClr val="044969"/>
            </a:solidFill>
            <a:prstDash val="solid"/>
            <a:round/>
            <a:headEnd type="none" w="sm" len="sm"/>
            <a:tailEnd type="none" w="sm" len="sm"/>
          </a:ln>
        </p:spPr>
      </p:cxnSp>
      <p:cxnSp>
        <p:nvCxnSpPr>
          <p:cNvPr id="27" name="Google Shape;381;p12">
            <a:extLst>
              <a:ext uri="{FF2B5EF4-FFF2-40B4-BE49-F238E27FC236}">
                <a16:creationId xmlns:a16="http://schemas.microsoft.com/office/drawing/2014/main" id="{5C7FFBDF-BC95-AFEB-6FCD-DE3727834185}"/>
              </a:ext>
            </a:extLst>
          </p:cNvPr>
          <p:cNvCxnSpPr>
            <a:cxnSpLocks/>
          </p:cNvCxnSpPr>
          <p:nvPr/>
        </p:nvCxnSpPr>
        <p:spPr>
          <a:xfrm>
            <a:off x="7875947" y="3135454"/>
            <a:ext cx="0" cy="628453"/>
          </a:xfrm>
          <a:prstGeom prst="straightConnector1">
            <a:avLst/>
          </a:prstGeom>
          <a:noFill/>
          <a:ln w="12700" cap="flat" cmpd="sng">
            <a:solidFill>
              <a:srgbClr val="044969"/>
            </a:solidFill>
            <a:prstDash val="solid"/>
            <a:round/>
            <a:headEnd type="none" w="sm" len="sm"/>
            <a:tailEnd type="none" w="sm" len="sm"/>
          </a:ln>
        </p:spPr>
      </p:cxnSp>
      <p:sp>
        <p:nvSpPr>
          <p:cNvPr id="30" name="Google Shape;376;p12">
            <a:extLst>
              <a:ext uri="{FF2B5EF4-FFF2-40B4-BE49-F238E27FC236}">
                <a16:creationId xmlns:a16="http://schemas.microsoft.com/office/drawing/2014/main" id="{CA67B994-DD52-264C-A283-881A80AAF171}"/>
              </a:ext>
            </a:extLst>
          </p:cNvPr>
          <p:cNvSpPr txBox="1"/>
          <p:nvPr/>
        </p:nvSpPr>
        <p:spPr>
          <a:xfrm>
            <a:off x="7367482" y="4105472"/>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44969"/>
                </a:solidFill>
                <a:ea typeface="Calibri"/>
                <a:cs typeface="Calibri"/>
                <a:sym typeface="Calibri"/>
              </a:rPr>
              <a:t>Registration of Trademark:</a:t>
            </a:r>
          </a:p>
        </p:txBody>
      </p:sp>
      <p:sp>
        <p:nvSpPr>
          <p:cNvPr id="31" name="Google Shape;379;p12">
            <a:extLst>
              <a:ext uri="{FF2B5EF4-FFF2-40B4-BE49-F238E27FC236}">
                <a16:creationId xmlns:a16="http://schemas.microsoft.com/office/drawing/2014/main" id="{E4E7FAA8-FE98-F1CC-877B-29FD0C771A6B}"/>
              </a:ext>
            </a:extLst>
          </p:cNvPr>
          <p:cNvSpPr/>
          <p:nvPr/>
        </p:nvSpPr>
        <p:spPr>
          <a:xfrm>
            <a:off x="7646253" y="4270633"/>
            <a:ext cx="2190869" cy="523180"/>
          </a:xfrm>
          <a:prstGeom prst="rect">
            <a:avLst/>
          </a:prstGeom>
          <a:noFill/>
          <a:ln>
            <a:noFill/>
          </a:ln>
        </p:spPr>
        <p:txBody>
          <a:bodyPr spcFirstLastPara="1" wrap="square" lIns="91425" tIns="45700" rIns="91425" bIns="45700" anchor="t" anchorCtr="0">
            <a:spAutoFit/>
          </a:bodyPr>
          <a:lstStyle/>
          <a:p>
            <a:pPr marL="0" marR="0" lvl="0" indent="0" algn="l" rtl="1">
              <a:spcBef>
                <a:spcPts val="0"/>
              </a:spcBef>
              <a:spcAft>
                <a:spcPts val="0"/>
              </a:spcAft>
              <a:buNone/>
            </a:pPr>
            <a:r>
              <a:rPr lang="en-US" sz="2800" dirty="0">
                <a:solidFill>
                  <a:srgbClr val="044969"/>
                </a:solidFill>
                <a:ea typeface="Arial"/>
                <a:cs typeface="Arial"/>
                <a:sym typeface="Arial"/>
              </a:rPr>
              <a:t>18,000</a:t>
            </a:r>
            <a:endParaRPr sz="2585" dirty="0">
              <a:solidFill>
                <a:srgbClr val="044969"/>
              </a:solidFill>
              <a:ea typeface="Arial"/>
              <a:cs typeface="Arial"/>
              <a:sym typeface="Arial"/>
            </a:endParaRPr>
          </a:p>
        </p:txBody>
      </p:sp>
      <p:sp>
        <p:nvSpPr>
          <p:cNvPr id="34" name="TextBox 33">
            <a:extLst>
              <a:ext uri="{FF2B5EF4-FFF2-40B4-BE49-F238E27FC236}">
                <a16:creationId xmlns:a16="http://schemas.microsoft.com/office/drawing/2014/main" id="{1AE0AC11-8863-5E66-7061-F8E7CBB0F7BD}"/>
              </a:ext>
            </a:extLst>
          </p:cNvPr>
          <p:cNvSpPr txBox="1"/>
          <p:nvPr/>
        </p:nvSpPr>
        <p:spPr>
          <a:xfrm>
            <a:off x="893289" y="723476"/>
            <a:ext cx="7015338" cy="276999"/>
          </a:xfrm>
          <a:prstGeom prst="rect">
            <a:avLst/>
          </a:prstGeom>
          <a:noFill/>
        </p:spPr>
        <p:txBody>
          <a:bodyPr wrap="square">
            <a:spAutoFit/>
          </a:bodyPr>
          <a:lstStyle/>
          <a:p>
            <a:r>
              <a:rPr lang="en-US" sz="1200" dirty="0">
                <a:solidFill>
                  <a:srgbClr val="0F3353"/>
                </a:solidFill>
                <a:latin typeface="+mj-lt"/>
                <a:cs typeface="+mj-cs"/>
              </a:rPr>
              <a:t>Set up foreign company &amp; Issue resident visa for main General Manager:</a:t>
            </a:r>
          </a:p>
        </p:txBody>
      </p:sp>
      <p:sp>
        <p:nvSpPr>
          <p:cNvPr id="38" name="Google Shape;379;p12">
            <a:extLst>
              <a:ext uri="{FF2B5EF4-FFF2-40B4-BE49-F238E27FC236}">
                <a16:creationId xmlns:a16="http://schemas.microsoft.com/office/drawing/2014/main" id="{A9171F2C-E00E-FBA2-B270-70702EA56B7E}"/>
              </a:ext>
            </a:extLst>
          </p:cNvPr>
          <p:cNvSpPr/>
          <p:nvPr/>
        </p:nvSpPr>
        <p:spPr>
          <a:xfrm>
            <a:off x="8116989" y="3221712"/>
            <a:ext cx="1879041"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F3353"/>
                </a:solidFill>
                <a:effectLst/>
                <a:uLnTx/>
                <a:uFillTx/>
                <a:ea typeface="Arial"/>
                <a:cs typeface="Arial"/>
                <a:sym typeface="Arial"/>
              </a:rPr>
              <a:t>4,800</a:t>
            </a:r>
            <a:endParaRPr kumimoji="0" sz="1400" b="0" i="0" u="none" strike="noStrike" kern="1200" cap="none" spc="0" normalizeH="0" baseline="0" noProof="0" dirty="0">
              <a:ln>
                <a:noFill/>
              </a:ln>
              <a:solidFill>
                <a:srgbClr val="0F3353"/>
              </a:solidFill>
              <a:effectLst/>
              <a:uLnTx/>
              <a:uFillTx/>
              <a:ea typeface="Arial"/>
              <a:cs typeface="Arial"/>
              <a:sym typeface="Arial"/>
            </a:endParaRPr>
          </a:p>
        </p:txBody>
      </p:sp>
      <p:sp>
        <p:nvSpPr>
          <p:cNvPr id="39" name="Google Shape;385;p12">
            <a:extLst>
              <a:ext uri="{FF2B5EF4-FFF2-40B4-BE49-F238E27FC236}">
                <a16:creationId xmlns:a16="http://schemas.microsoft.com/office/drawing/2014/main" id="{99F65B48-D9F8-974C-C49A-4675129C8718}"/>
              </a:ext>
            </a:extLst>
          </p:cNvPr>
          <p:cNvSpPr txBox="1"/>
          <p:nvPr/>
        </p:nvSpPr>
        <p:spPr>
          <a:xfrm>
            <a:off x="8909240" y="3629198"/>
            <a:ext cx="1379873"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Calibri"/>
                <a:cs typeface="Calibri"/>
                <a:sym typeface="Calibri"/>
              </a:rPr>
              <a:t>Monthly subscriptions</a:t>
            </a:r>
            <a:endParaRPr kumimoji="0" sz="1000" b="0" i="0" u="none" strike="noStrike" kern="1200" cap="none" spc="0" normalizeH="0" baseline="0" noProof="0" dirty="0">
              <a:ln>
                <a:noFill/>
              </a:ln>
              <a:solidFill>
                <a:srgbClr val="5E312A"/>
              </a:solidFill>
              <a:effectLst/>
              <a:uLnTx/>
              <a:uFillTx/>
              <a:ea typeface="Calibri"/>
              <a:cs typeface="Calibri"/>
              <a:sym typeface="Calibri"/>
            </a:endParaRPr>
          </a:p>
        </p:txBody>
      </p:sp>
      <p:sp>
        <p:nvSpPr>
          <p:cNvPr id="40" name="Google Shape;374;p12">
            <a:extLst>
              <a:ext uri="{FF2B5EF4-FFF2-40B4-BE49-F238E27FC236}">
                <a16:creationId xmlns:a16="http://schemas.microsoft.com/office/drawing/2014/main" id="{ED0C9409-670D-D11B-8443-E795FBAA244F}"/>
              </a:ext>
            </a:extLst>
          </p:cNvPr>
          <p:cNvSpPr/>
          <p:nvPr/>
        </p:nvSpPr>
        <p:spPr>
          <a:xfrm>
            <a:off x="5402103" y="3230957"/>
            <a:ext cx="1879041"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F3353"/>
                </a:solidFill>
                <a:effectLst/>
                <a:uLnTx/>
                <a:uFillTx/>
                <a:ea typeface="Arial"/>
                <a:cs typeface="Arial"/>
                <a:sym typeface="Arial"/>
              </a:rPr>
              <a:t>2,500</a:t>
            </a:r>
            <a:endParaRPr kumimoji="0" sz="1000" b="0" i="0" u="none" strike="noStrike" kern="1200" cap="none" spc="0" normalizeH="0" baseline="0" noProof="0" dirty="0">
              <a:ln>
                <a:noFill/>
              </a:ln>
              <a:solidFill>
                <a:srgbClr val="0F3353"/>
              </a:solidFill>
              <a:effectLst/>
              <a:uLnTx/>
              <a:uFillTx/>
              <a:ea typeface="Arial"/>
              <a:cs typeface="Arial"/>
              <a:sym typeface="Arial"/>
            </a:endParaRPr>
          </a:p>
        </p:txBody>
      </p:sp>
      <p:sp>
        <p:nvSpPr>
          <p:cNvPr id="41" name="Google Shape;375;p12">
            <a:extLst>
              <a:ext uri="{FF2B5EF4-FFF2-40B4-BE49-F238E27FC236}">
                <a16:creationId xmlns:a16="http://schemas.microsoft.com/office/drawing/2014/main" id="{7F0EFD9E-5A90-AF2D-CD82-FD42A89BC160}"/>
              </a:ext>
            </a:extLst>
          </p:cNvPr>
          <p:cNvSpPr txBox="1"/>
          <p:nvPr/>
        </p:nvSpPr>
        <p:spPr>
          <a:xfrm>
            <a:off x="5104857" y="3048508"/>
            <a:ext cx="2431006" cy="26282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8" b="0" i="0" u="none" strike="noStrike" kern="1200" cap="none" spc="0" normalizeH="0" baseline="0" noProof="0" dirty="0">
                <a:ln>
                  <a:noFill/>
                </a:ln>
                <a:solidFill>
                  <a:srgbClr val="0F3353"/>
                </a:solidFill>
                <a:effectLst/>
                <a:uLnTx/>
                <a:uFillTx/>
                <a:ea typeface="Calibri"/>
                <a:cs typeface="Calibri"/>
                <a:sym typeface="Calibri"/>
              </a:rPr>
              <a:t>Address and office services:</a:t>
            </a:r>
            <a:endParaRPr kumimoji="0" sz="1800" b="0" i="0" u="none" strike="noStrike" kern="1200" cap="none" spc="0" normalizeH="0" baseline="0" noProof="0" dirty="0">
              <a:ln>
                <a:noFill/>
              </a:ln>
              <a:solidFill>
                <a:srgbClr val="0F3353"/>
              </a:solidFill>
              <a:effectLst/>
              <a:uLnTx/>
              <a:uFillTx/>
              <a:ea typeface="+mn-ea"/>
            </a:endParaRPr>
          </a:p>
        </p:txBody>
      </p:sp>
      <p:sp>
        <p:nvSpPr>
          <p:cNvPr id="42" name="Google Shape;385;p12">
            <a:extLst>
              <a:ext uri="{FF2B5EF4-FFF2-40B4-BE49-F238E27FC236}">
                <a16:creationId xmlns:a16="http://schemas.microsoft.com/office/drawing/2014/main" id="{96DAB462-F25B-78CB-4AD4-CF0AD1ED99AB}"/>
              </a:ext>
            </a:extLst>
          </p:cNvPr>
          <p:cNvSpPr txBox="1"/>
          <p:nvPr/>
        </p:nvSpPr>
        <p:spPr>
          <a:xfrm>
            <a:off x="6199450" y="3599125"/>
            <a:ext cx="1379873" cy="40006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Calibri"/>
                <a:cs typeface="Calibri"/>
                <a:sym typeface="Calibri"/>
              </a:rPr>
              <a:t>Monthly subscriptions</a:t>
            </a:r>
            <a:endParaRPr kumimoji="0" sz="1100" b="0" i="0" u="none" strike="noStrike" kern="1200" cap="none" spc="0" normalizeH="0" baseline="0" noProof="0" dirty="0">
              <a:ln>
                <a:noFill/>
              </a:ln>
              <a:solidFill>
                <a:srgbClr val="5E312A"/>
              </a:solidFill>
              <a:effectLst/>
              <a:uLnTx/>
              <a:uFillTx/>
              <a:ea typeface="Calibri"/>
              <a:cs typeface="Calibri"/>
              <a:sym typeface="Calibri"/>
            </a:endParaRPr>
          </a:p>
        </p:txBody>
      </p:sp>
      <p:sp>
        <p:nvSpPr>
          <p:cNvPr id="43" name="TextBox 42">
            <a:extLst>
              <a:ext uri="{FF2B5EF4-FFF2-40B4-BE49-F238E27FC236}">
                <a16:creationId xmlns:a16="http://schemas.microsoft.com/office/drawing/2014/main" id="{59B4095E-ED29-8119-2A8F-AA9EC2E27653}"/>
              </a:ext>
            </a:extLst>
          </p:cNvPr>
          <p:cNvSpPr txBox="1"/>
          <p:nvPr/>
        </p:nvSpPr>
        <p:spPr>
          <a:xfrm>
            <a:off x="11011758" y="4698169"/>
            <a:ext cx="96009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Per License</a:t>
            </a:r>
          </a:p>
        </p:txBody>
      </p:sp>
      <p:sp>
        <p:nvSpPr>
          <p:cNvPr id="44" name="Google Shape;374;p12">
            <a:extLst>
              <a:ext uri="{FF2B5EF4-FFF2-40B4-BE49-F238E27FC236}">
                <a16:creationId xmlns:a16="http://schemas.microsoft.com/office/drawing/2014/main" id="{15CA6605-CE75-37C7-EDC5-9981EF69E148}"/>
              </a:ext>
            </a:extLst>
          </p:cNvPr>
          <p:cNvSpPr/>
          <p:nvPr/>
        </p:nvSpPr>
        <p:spPr>
          <a:xfrm>
            <a:off x="10409568" y="4316463"/>
            <a:ext cx="1879041"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F3353"/>
                </a:solidFill>
                <a:effectLst/>
                <a:uLnTx/>
                <a:uFillTx/>
                <a:ea typeface="Arial"/>
                <a:cs typeface="Arial"/>
                <a:sym typeface="Arial"/>
              </a:rPr>
              <a:t>15,000</a:t>
            </a:r>
            <a:endParaRPr kumimoji="0" sz="1400" b="0" i="0" u="none" strike="noStrike" kern="1200" cap="none" spc="0" normalizeH="0" baseline="0" noProof="0" dirty="0">
              <a:ln>
                <a:noFill/>
              </a:ln>
              <a:solidFill>
                <a:srgbClr val="0F3353"/>
              </a:solidFill>
              <a:effectLst/>
              <a:uLnTx/>
              <a:uFillTx/>
              <a:ea typeface="Arial"/>
              <a:cs typeface="Arial"/>
              <a:sym typeface="Arial"/>
            </a:endParaRPr>
          </a:p>
        </p:txBody>
      </p:sp>
      <p:sp>
        <p:nvSpPr>
          <p:cNvPr id="47" name="Google Shape;375;p12">
            <a:extLst>
              <a:ext uri="{FF2B5EF4-FFF2-40B4-BE49-F238E27FC236}">
                <a16:creationId xmlns:a16="http://schemas.microsoft.com/office/drawing/2014/main" id="{E74323D5-F011-34F5-2D6D-0B20D268DEE1}"/>
              </a:ext>
            </a:extLst>
          </p:cNvPr>
          <p:cNvSpPr txBox="1"/>
          <p:nvPr/>
        </p:nvSpPr>
        <p:spPr>
          <a:xfrm>
            <a:off x="2111669" y="3032430"/>
            <a:ext cx="2431006" cy="262829"/>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8" b="0" i="0" u="none" strike="noStrike" kern="1200" cap="none" spc="0" normalizeH="0" baseline="0" noProof="0" dirty="0">
                <a:ln>
                  <a:noFill/>
                </a:ln>
                <a:solidFill>
                  <a:srgbClr val="0F3353"/>
                </a:solidFill>
                <a:effectLst/>
                <a:uLnTx/>
                <a:uFillTx/>
                <a:ea typeface="Calibri"/>
                <a:cs typeface="Calibri"/>
                <a:sym typeface="Calibri"/>
              </a:rPr>
              <a:t>Open Bank Account:</a:t>
            </a:r>
            <a:endParaRPr kumimoji="0" sz="1800" b="0" i="0" u="none" strike="noStrike" kern="1200" cap="none" spc="0" normalizeH="0" baseline="0" noProof="0" dirty="0">
              <a:ln>
                <a:noFill/>
              </a:ln>
              <a:solidFill>
                <a:srgbClr val="0F3353"/>
              </a:solidFill>
              <a:effectLst/>
              <a:uLnTx/>
              <a:uFillTx/>
              <a:ea typeface="+mn-ea"/>
            </a:endParaRPr>
          </a:p>
        </p:txBody>
      </p:sp>
      <p:sp>
        <p:nvSpPr>
          <p:cNvPr id="48" name="Google Shape;374;p12">
            <a:extLst>
              <a:ext uri="{FF2B5EF4-FFF2-40B4-BE49-F238E27FC236}">
                <a16:creationId xmlns:a16="http://schemas.microsoft.com/office/drawing/2014/main" id="{F74FCE75-E9C7-77C8-BFFA-F13B17201920}"/>
              </a:ext>
            </a:extLst>
          </p:cNvPr>
          <p:cNvSpPr/>
          <p:nvPr/>
        </p:nvSpPr>
        <p:spPr>
          <a:xfrm>
            <a:off x="2337301" y="3231521"/>
            <a:ext cx="1223212"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F3353"/>
                </a:solidFill>
                <a:effectLst/>
                <a:uLnTx/>
                <a:uFillTx/>
                <a:ea typeface="Arial"/>
                <a:cs typeface="Arial"/>
                <a:sym typeface="Arial"/>
              </a:rPr>
              <a:t>4,500</a:t>
            </a:r>
            <a:endParaRPr kumimoji="0" sz="1000" b="0" i="0" u="none" strike="noStrike" kern="1200" cap="none" spc="0" normalizeH="0" baseline="0" noProof="0" dirty="0">
              <a:ln>
                <a:noFill/>
              </a:ln>
              <a:solidFill>
                <a:srgbClr val="0F3353"/>
              </a:solidFill>
              <a:effectLst/>
              <a:uLnTx/>
              <a:uFillTx/>
              <a:ea typeface="Arial"/>
              <a:cs typeface="Arial"/>
              <a:sym typeface="Arial"/>
            </a:endParaRPr>
          </a:p>
        </p:txBody>
      </p:sp>
      <p:sp>
        <p:nvSpPr>
          <p:cNvPr id="49" name="TextBox 48">
            <a:extLst>
              <a:ext uri="{FF2B5EF4-FFF2-40B4-BE49-F238E27FC236}">
                <a16:creationId xmlns:a16="http://schemas.microsoft.com/office/drawing/2014/main" id="{A88A0723-0052-EAB9-8071-433D4D57D7D8}"/>
              </a:ext>
            </a:extLst>
          </p:cNvPr>
          <p:cNvSpPr txBox="1"/>
          <p:nvPr/>
        </p:nvSpPr>
        <p:spPr>
          <a:xfrm>
            <a:off x="3266998" y="3654745"/>
            <a:ext cx="96009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Per Bank</a:t>
            </a:r>
          </a:p>
        </p:txBody>
      </p:sp>
      <p:sp>
        <p:nvSpPr>
          <p:cNvPr id="50" name="Google Shape;376;p12">
            <a:extLst>
              <a:ext uri="{FF2B5EF4-FFF2-40B4-BE49-F238E27FC236}">
                <a16:creationId xmlns:a16="http://schemas.microsoft.com/office/drawing/2014/main" id="{36C32D27-8DD5-9B0B-8B77-82AD5DF3F529}"/>
              </a:ext>
            </a:extLst>
          </p:cNvPr>
          <p:cNvSpPr txBox="1"/>
          <p:nvPr/>
        </p:nvSpPr>
        <p:spPr>
          <a:xfrm>
            <a:off x="7835655" y="3035087"/>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F3353"/>
                </a:solidFill>
                <a:ea typeface="Calibri"/>
                <a:cs typeface="Calibri"/>
                <a:sym typeface="Calibri"/>
              </a:rPr>
              <a:t>HRO&amp;GRO Operations:</a:t>
            </a:r>
          </a:p>
        </p:txBody>
      </p:sp>
      <p:sp>
        <p:nvSpPr>
          <p:cNvPr id="52" name="Rectangle 51">
            <a:extLst>
              <a:ext uri="{FF2B5EF4-FFF2-40B4-BE49-F238E27FC236}">
                <a16:creationId xmlns:a16="http://schemas.microsoft.com/office/drawing/2014/main" id="{753BBA7C-B6B9-B793-889E-28A6115E59F5}"/>
              </a:ext>
            </a:extLst>
          </p:cNvPr>
          <p:cNvSpPr/>
          <p:nvPr/>
        </p:nvSpPr>
        <p:spPr>
          <a:xfrm>
            <a:off x="8481102" y="4642984"/>
            <a:ext cx="1848017" cy="415498"/>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cs typeface="Calibri"/>
              </a:rPr>
              <a:t>Per Trademark or Registering Category</a:t>
            </a:r>
          </a:p>
        </p:txBody>
      </p:sp>
      <p:cxnSp>
        <p:nvCxnSpPr>
          <p:cNvPr id="54" name="Google Shape;372;p12">
            <a:extLst>
              <a:ext uri="{FF2B5EF4-FFF2-40B4-BE49-F238E27FC236}">
                <a16:creationId xmlns:a16="http://schemas.microsoft.com/office/drawing/2014/main" id="{EC6A0D22-EE32-E353-C31C-3F91499E5849}"/>
              </a:ext>
            </a:extLst>
          </p:cNvPr>
          <p:cNvCxnSpPr>
            <a:cxnSpLocks/>
          </p:cNvCxnSpPr>
          <p:nvPr/>
        </p:nvCxnSpPr>
        <p:spPr>
          <a:xfrm>
            <a:off x="2143497" y="3048508"/>
            <a:ext cx="0" cy="616050"/>
          </a:xfrm>
          <a:prstGeom prst="straightConnector1">
            <a:avLst/>
          </a:prstGeom>
          <a:noFill/>
          <a:ln w="12700" cap="flat" cmpd="sng">
            <a:solidFill>
              <a:srgbClr val="044969"/>
            </a:solidFill>
            <a:prstDash val="solid"/>
            <a:round/>
            <a:headEnd type="none" w="sm" len="sm"/>
            <a:tailEnd type="none" w="sm" len="sm"/>
          </a:ln>
        </p:spPr>
      </p:cxnSp>
      <p:pic>
        <p:nvPicPr>
          <p:cNvPr id="55" name="Picture 16">
            <a:extLst>
              <a:ext uri="{FF2B5EF4-FFF2-40B4-BE49-F238E27FC236}">
                <a16:creationId xmlns:a16="http://schemas.microsoft.com/office/drawing/2014/main" id="{69F33091-2DC3-B99F-5E8E-7AF3CF56A57E}"/>
              </a:ext>
            </a:extLst>
          </p:cNvPr>
          <p:cNvPicPr>
            <a:picLocks noChangeAspect="1" noChangeArrowheads="1"/>
          </p:cNvPicPr>
          <p:nvPr/>
        </p:nvPicPr>
        <p:blipFill>
          <a:blip r:embed="rId5">
            <a:biLevel thresh="75000"/>
            <a:extLst>
              <a:ext uri="{28A0092B-C50C-407E-A947-70E740481C1C}">
                <a14:useLocalDpi xmlns:a14="http://schemas.microsoft.com/office/drawing/2010/main" val="0"/>
              </a:ext>
            </a:extLst>
          </a:blip>
          <a:srcRect/>
          <a:stretch>
            <a:fillRect/>
          </a:stretch>
        </p:blipFill>
        <p:spPr bwMode="auto">
          <a:xfrm>
            <a:off x="304986" y="1228938"/>
            <a:ext cx="738893" cy="707967"/>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55">
            <a:extLst>
              <a:ext uri="{FF2B5EF4-FFF2-40B4-BE49-F238E27FC236}">
                <a16:creationId xmlns:a16="http://schemas.microsoft.com/office/drawing/2014/main" id="{77305ECF-8833-CCDE-9B70-3A48C99EE0C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29281" y="1074464"/>
            <a:ext cx="245152" cy="156309"/>
          </a:xfrm>
          <a:prstGeom prst="rect">
            <a:avLst/>
          </a:prstGeom>
        </p:spPr>
      </p:pic>
      <p:pic>
        <p:nvPicPr>
          <p:cNvPr id="57" name="Picture 56" descr="A blue and black logo&#10;&#10;Description automatically generated">
            <a:extLst>
              <a:ext uri="{FF2B5EF4-FFF2-40B4-BE49-F238E27FC236}">
                <a16:creationId xmlns:a16="http://schemas.microsoft.com/office/drawing/2014/main" id="{30AB1A2C-7CEB-B23E-14EC-BEFC41D7EDB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2038352" y="1442334"/>
            <a:ext cx="866859" cy="347183"/>
          </a:xfrm>
          <a:prstGeom prst="rect">
            <a:avLst/>
          </a:prstGeom>
        </p:spPr>
      </p:pic>
      <p:pic>
        <p:nvPicPr>
          <p:cNvPr id="58" name="Picture 57" descr="A blue and black logo&#10;&#10;Description automatically generated">
            <a:extLst>
              <a:ext uri="{FF2B5EF4-FFF2-40B4-BE49-F238E27FC236}">
                <a16:creationId xmlns:a16="http://schemas.microsoft.com/office/drawing/2014/main" id="{9826F30E-217E-4B3A-2AFB-7BCBAE1ABE2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52189" y="3681692"/>
            <a:ext cx="866859" cy="347183"/>
          </a:xfrm>
          <a:prstGeom prst="rect">
            <a:avLst/>
          </a:prstGeom>
        </p:spPr>
      </p:pic>
      <p:cxnSp>
        <p:nvCxnSpPr>
          <p:cNvPr id="86" name="Google Shape;372;p12">
            <a:extLst>
              <a:ext uri="{FF2B5EF4-FFF2-40B4-BE49-F238E27FC236}">
                <a16:creationId xmlns:a16="http://schemas.microsoft.com/office/drawing/2014/main" id="{E98A4AF1-5F4A-3B11-98E8-46DCE17F8335}"/>
              </a:ext>
            </a:extLst>
          </p:cNvPr>
          <p:cNvCxnSpPr>
            <a:cxnSpLocks/>
          </p:cNvCxnSpPr>
          <p:nvPr/>
        </p:nvCxnSpPr>
        <p:spPr>
          <a:xfrm>
            <a:off x="5126854" y="3129491"/>
            <a:ext cx="0" cy="616050"/>
          </a:xfrm>
          <a:prstGeom prst="straightConnector1">
            <a:avLst/>
          </a:prstGeom>
          <a:noFill/>
          <a:ln w="12700" cap="flat" cmpd="sng">
            <a:solidFill>
              <a:srgbClr val="044969"/>
            </a:solidFill>
            <a:prstDash val="solid"/>
            <a:round/>
            <a:headEnd type="none" w="sm" len="sm"/>
            <a:tailEnd type="none" w="sm" len="sm"/>
          </a:ln>
        </p:spPr>
      </p:cxnSp>
      <p:sp>
        <p:nvSpPr>
          <p:cNvPr id="87" name="Google Shape;376;p12">
            <a:extLst>
              <a:ext uri="{FF2B5EF4-FFF2-40B4-BE49-F238E27FC236}">
                <a16:creationId xmlns:a16="http://schemas.microsoft.com/office/drawing/2014/main" id="{000118D2-CD72-2999-6A56-E732B58121A4}"/>
              </a:ext>
            </a:extLst>
          </p:cNvPr>
          <p:cNvSpPr txBox="1"/>
          <p:nvPr/>
        </p:nvSpPr>
        <p:spPr>
          <a:xfrm>
            <a:off x="10201012" y="4117809"/>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F3353"/>
                </a:solidFill>
                <a:ea typeface="Calibri"/>
                <a:cs typeface="Calibri"/>
                <a:sym typeface="Calibri"/>
              </a:rPr>
              <a:t>Issuance activity License:</a:t>
            </a:r>
          </a:p>
        </p:txBody>
      </p:sp>
      <p:cxnSp>
        <p:nvCxnSpPr>
          <p:cNvPr id="92" name="Google Shape;381;p12">
            <a:extLst>
              <a:ext uri="{FF2B5EF4-FFF2-40B4-BE49-F238E27FC236}">
                <a16:creationId xmlns:a16="http://schemas.microsoft.com/office/drawing/2014/main" id="{7A7CCAEF-E02E-4CCC-73FB-F402BB8C8BD8}"/>
              </a:ext>
            </a:extLst>
          </p:cNvPr>
          <p:cNvCxnSpPr>
            <a:cxnSpLocks/>
          </p:cNvCxnSpPr>
          <p:nvPr/>
        </p:nvCxnSpPr>
        <p:spPr>
          <a:xfrm>
            <a:off x="5106411" y="4143659"/>
            <a:ext cx="0" cy="628453"/>
          </a:xfrm>
          <a:prstGeom prst="straightConnector1">
            <a:avLst/>
          </a:prstGeom>
          <a:noFill/>
          <a:ln w="12700" cap="flat" cmpd="sng">
            <a:solidFill>
              <a:srgbClr val="044969"/>
            </a:solidFill>
            <a:prstDash val="solid"/>
            <a:round/>
            <a:headEnd type="none" w="sm" len="sm"/>
            <a:tailEnd type="none" w="sm" len="sm"/>
          </a:ln>
        </p:spPr>
      </p:cxnSp>
      <p:pic>
        <p:nvPicPr>
          <p:cNvPr id="93" name="صورة 15">
            <a:extLst>
              <a:ext uri="{FF2B5EF4-FFF2-40B4-BE49-F238E27FC236}">
                <a16:creationId xmlns:a16="http://schemas.microsoft.com/office/drawing/2014/main" id="{6C53461A-5AEF-A0C4-925C-FD73FE66757C}"/>
              </a:ext>
            </a:extLst>
          </p:cNvPr>
          <p:cNvPicPr>
            <a:picLocks noChangeAspect="1"/>
          </p:cNvPicPr>
          <p:nvPr/>
        </p:nvPicPr>
        <p:blipFill>
          <a:blip r:embed="rId4" cstate="print">
            <a:clrChange>
              <a:clrFrom>
                <a:srgbClr val="000000">
                  <a:alpha val="0"/>
                </a:srgbClr>
              </a:clrFrom>
              <a:clrTo>
                <a:srgbClr val="000000">
                  <a:alpha val="0"/>
                </a:srgbClr>
              </a:clrTo>
            </a:clrChange>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557237" y="4016442"/>
            <a:ext cx="532222" cy="525219"/>
          </a:xfrm>
          <a:prstGeom prst="rect">
            <a:avLst/>
          </a:prstGeom>
        </p:spPr>
      </p:pic>
      <p:cxnSp>
        <p:nvCxnSpPr>
          <p:cNvPr id="112" name="Google Shape;372;p12">
            <a:extLst>
              <a:ext uri="{FF2B5EF4-FFF2-40B4-BE49-F238E27FC236}">
                <a16:creationId xmlns:a16="http://schemas.microsoft.com/office/drawing/2014/main" id="{0D6191D6-CE95-0190-F97A-B449808A1295}"/>
              </a:ext>
            </a:extLst>
          </p:cNvPr>
          <p:cNvCxnSpPr>
            <a:cxnSpLocks/>
          </p:cNvCxnSpPr>
          <p:nvPr/>
        </p:nvCxnSpPr>
        <p:spPr>
          <a:xfrm>
            <a:off x="7415723" y="4167339"/>
            <a:ext cx="0" cy="616050"/>
          </a:xfrm>
          <a:prstGeom prst="straightConnector1">
            <a:avLst/>
          </a:prstGeom>
          <a:noFill/>
          <a:ln w="12700" cap="flat" cmpd="sng">
            <a:solidFill>
              <a:srgbClr val="044969"/>
            </a:solidFill>
            <a:prstDash val="solid"/>
            <a:round/>
            <a:headEnd type="none" w="sm" len="sm"/>
            <a:tailEnd type="none" w="sm" len="sm"/>
          </a:ln>
        </p:spPr>
      </p:cxnSp>
      <p:pic>
        <p:nvPicPr>
          <p:cNvPr id="114" name="Graphic 113" descr="Badge with solid fill">
            <a:extLst>
              <a:ext uri="{FF2B5EF4-FFF2-40B4-BE49-F238E27FC236}">
                <a16:creationId xmlns:a16="http://schemas.microsoft.com/office/drawing/2014/main" id="{2C03A895-F8EB-8E9E-7CF3-054D89F4D90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29281" y="598234"/>
            <a:ext cx="489743" cy="489743"/>
          </a:xfrm>
          <a:prstGeom prst="rect">
            <a:avLst/>
          </a:prstGeom>
        </p:spPr>
      </p:pic>
      <p:pic>
        <p:nvPicPr>
          <p:cNvPr id="116" name="Graphic 115" descr="Badge 1 with solid fill">
            <a:extLst>
              <a:ext uri="{FF2B5EF4-FFF2-40B4-BE49-F238E27FC236}">
                <a16:creationId xmlns:a16="http://schemas.microsoft.com/office/drawing/2014/main" id="{A141DCF7-32B1-363F-9961-0F96149A90A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4977" y="585673"/>
            <a:ext cx="489743" cy="489743"/>
          </a:xfrm>
          <a:prstGeom prst="rect">
            <a:avLst/>
          </a:prstGeom>
        </p:spPr>
      </p:pic>
      <p:pic>
        <p:nvPicPr>
          <p:cNvPr id="144" name="Picture 20" descr="Zakat, Tax and Customs Authority - Wikipedia">
            <a:extLst>
              <a:ext uri="{FF2B5EF4-FFF2-40B4-BE49-F238E27FC236}">
                <a16:creationId xmlns:a16="http://schemas.microsoft.com/office/drawing/2014/main" id="{F6DDD59A-772D-6BC2-F359-BA1D1635278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66533"/>
          <a:stretch/>
        </p:blipFill>
        <p:spPr bwMode="auto">
          <a:xfrm>
            <a:off x="7377045" y="1669169"/>
            <a:ext cx="1654427" cy="341899"/>
          </a:xfrm>
          <a:prstGeom prst="rect">
            <a:avLst/>
          </a:prstGeom>
          <a:noFill/>
          <a:extLst>
            <a:ext uri="{909E8E84-426E-40DD-AFC4-6F175D3DCCD1}">
              <a14:hiddenFill xmlns:a14="http://schemas.microsoft.com/office/drawing/2010/main">
                <a:solidFill>
                  <a:srgbClr val="FFFFFF"/>
                </a:solidFill>
              </a14:hiddenFill>
            </a:ext>
          </a:extLst>
        </p:spPr>
      </p:pic>
      <p:pic>
        <p:nvPicPr>
          <p:cNvPr id="145" name="Picture 20" descr="Zakat, Tax and Customs Authority - Wikipedia">
            <a:extLst>
              <a:ext uri="{FF2B5EF4-FFF2-40B4-BE49-F238E27FC236}">
                <a16:creationId xmlns:a16="http://schemas.microsoft.com/office/drawing/2014/main" id="{8047FE1F-2727-FCFB-AD5A-BD000DF04E3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b="27642"/>
          <a:stretch/>
        </p:blipFill>
        <p:spPr bwMode="auto">
          <a:xfrm>
            <a:off x="7482655" y="1082488"/>
            <a:ext cx="1405569" cy="628017"/>
          </a:xfrm>
          <a:prstGeom prst="rect">
            <a:avLst/>
          </a:prstGeom>
          <a:noFill/>
          <a:extLst>
            <a:ext uri="{909E8E84-426E-40DD-AFC4-6F175D3DCCD1}">
              <a14:hiddenFill xmlns:a14="http://schemas.microsoft.com/office/drawing/2010/main">
                <a:solidFill>
                  <a:srgbClr val="FFFFFF"/>
                </a:solidFill>
              </a14:hiddenFill>
            </a:ext>
          </a:extLst>
        </p:spPr>
      </p:pic>
      <p:cxnSp>
        <p:nvCxnSpPr>
          <p:cNvPr id="146" name="Straight Connector 36">
            <a:extLst>
              <a:ext uri="{FF2B5EF4-FFF2-40B4-BE49-F238E27FC236}">
                <a16:creationId xmlns:a16="http://schemas.microsoft.com/office/drawing/2014/main" id="{FBBC7EF0-5170-7CF3-8B66-A702C26EA771}"/>
              </a:ext>
            </a:extLst>
          </p:cNvPr>
          <p:cNvCxnSpPr/>
          <p:nvPr/>
        </p:nvCxnSpPr>
        <p:spPr>
          <a:xfrm>
            <a:off x="9889135" y="1216311"/>
            <a:ext cx="0" cy="1097280"/>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67" name="Google Shape;376;p12">
            <a:extLst>
              <a:ext uri="{FF2B5EF4-FFF2-40B4-BE49-F238E27FC236}">
                <a16:creationId xmlns:a16="http://schemas.microsoft.com/office/drawing/2014/main" id="{6F513A94-3570-E6CA-F2E8-ABE5BA19AFFB}"/>
              </a:ext>
            </a:extLst>
          </p:cNvPr>
          <p:cNvSpPr txBox="1"/>
          <p:nvPr/>
        </p:nvSpPr>
        <p:spPr>
          <a:xfrm>
            <a:off x="4168630" y="4985153"/>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F3353"/>
                </a:solidFill>
                <a:ea typeface="Calibri"/>
                <a:cs typeface="Calibri"/>
                <a:sym typeface="Calibri"/>
              </a:rPr>
              <a:t>Attestation: </a:t>
            </a:r>
          </a:p>
        </p:txBody>
      </p:sp>
      <p:cxnSp>
        <p:nvCxnSpPr>
          <p:cNvPr id="71" name="Google Shape;372;p12">
            <a:extLst>
              <a:ext uri="{FF2B5EF4-FFF2-40B4-BE49-F238E27FC236}">
                <a16:creationId xmlns:a16="http://schemas.microsoft.com/office/drawing/2014/main" id="{268B356C-BF73-57F5-CE63-89C8491D213A}"/>
              </a:ext>
            </a:extLst>
          </p:cNvPr>
          <p:cNvCxnSpPr>
            <a:cxnSpLocks/>
          </p:cNvCxnSpPr>
          <p:nvPr/>
        </p:nvCxnSpPr>
        <p:spPr>
          <a:xfrm>
            <a:off x="4158187" y="5041958"/>
            <a:ext cx="0" cy="616050"/>
          </a:xfrm>
          <a:prstGeom prst="straightConnector1">
            <a:avLst/>
          </a:prstGeom>
          <a:noFill/>
          <a:ln w="12700" cap="flat" cmpd="sng">
            <a:solidFill>
              <a:srgbClr val="044969"/>
            </a:solidFill>
            <a:prstDash val="solid"/>
            <a:round/>
            <a:headEnd type="none" w="sm" len="sm"/>
            <a:tailEnd type="none" w="sm" len="sm"/>
          </a:ln>
        </p:spPr>
      </p:cxnSp>
      <p:sp>
        <p:nvSpPr>
          <p:cNvPr id="72" name="Google Shape;374;p12">
            <a:extLst>
              <a:ext uri="{FF2B5EF4-FFF2-40B4-BE49-F238E27FC236}">
                <a16:creationId xmlns:a16="http://schemas.microsoft.com/office/drawing/2014/main" id="{4029D80D-BDF0-90F5-8271-B71F8A5822A1}"/>
              </a:ext>
            </a:extLst>
          </p:cNvPr>
          <p:cNvSpPr/>
          <p:nvPr/>
        </p:nvSpPr>
        <p:spPr>
          <a:xfrm>
            <a:off x="4355252" y="5205055"/>
            <a:ext cx="1879041"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800" dirty="0">
                <a:solidFill>
                  <a:srgbClr val="0F3353"/>
                </a:solidFill>
                <a:ea typeface="Arial"/>
                <a:cs typeface="Arial"/>
                <a:sym typeface="Arial"/>
              </a:rPr>
              <a:t>85</a:t>
            </a:r>
            <a:r>
              <a:rPr kumimoji="0" lang="en-US" sz="2800" b="0" i="0" u="none" strike="noStrike" kern="1200" cap="none" spc="0" normalizeH="0" baseline="0" noProof="0" dirty="0">
                <a:ln>
                  <a:noFill/>
                </a:ln>
                <a:solidFill>
                  <a:srgbClr val="0F3353"/>
                </a:solidFill>
                <a:effectLst/>
                <a:uLnTx/>
                <a:uFillTx/>
                <a:ea typeface="Arial"/>
                <a:cs typeface="Arial"/>
                <a:sym typeface="Arial"/>
              </a:rPr>
              <a:t>0</a:t>
            </a:r>
            <a:endParaRPr kumimoji="0" sz="1400" b="0" i="0" u="none" strike="noStrike" kern="1200" cap="none" spc="0" normalizeH="0" baseline="0" noProof="0" dirty="0">
              <a:ln>
                <a:noFill/>
              </a:ln>
              <a:solidFill>
                <a:srgbClr val="0F3353"/>
              </a:solidFill>
              <a:effectLst/>
              <a:uLnTx/>
              <a:uFillTx/>
              <a:ea typeface="Arial"/>
              <a:cs typeface="Arial"/>
              <a:sym typeface="Arial"/>
            </a:endParaRPr>
          </a:p>
        </p:txBody>
      </p:sp>
      <p:sp>
        <p:nvSpPr>
          <p:cNvPr id="73" name="TextBox 72">
            <a:extLst>
              <a:ext uri="{FF2B5EF4-FFF2-40B4-BE49-F238E27FC236}">
                <a16:creationId xmlns:a16="http://schemas.microsoft.com/office/drawing/2014/main" id="{515AD3FA-C56E-94DA-B919-0A1516C9BB2E}"/>
              </a:ext>
            </a:extLst>
          </p:cNvPr>
          <p:cNvSpPr txBox="1"/>
          <p:nvPr/>
        </p:nvSpPr>
        <p:spPr>
          <a:xfrm>
            <a:off x="4334212" y="5564874"/>
            <a:ext cx="1086189"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Per Document</a:t>
            </a:r>
          </a:p>
        </p:txBody>
      </p:sp>
      <p:grpSp>
        <p:nvGrpSpPr>
          <p:cNvPr id="14" name="Group 13">
            <a:extLst>
              <a:ext uri="{FF2B5EF4-FFF2-40B4-BE49-F238E27FC236}">
                <a16:creationId xmlns:a16="http://schemas.microsoft.com/office/drawing/2014/main" id="{58F2D7B0-EF4C-58E1-1A6A-0138A1FAD407}"/>
              </a:ext>
            </a:extLst>
          </p:cNvPr>
          <p:cNvGrpSpPr/>
          <p:nvPr/>
        </p:nvGrpSpPr>
        <p:grpSpPr>
          <a:xfrm>
            <a:off x="1525071" y="4932646"/>
            <a:ext cx="524996" cy="485596"/>
            <a:chOff x="3052002" y="4920538"/>
            <a:chExt cx="641376" cy="608400"/>
          </a:xfrm>
        </p:grpSpPr>
        <p:sp>
          <p:nvSpPr>
            <p:cNvPr id="16" name="Oval 15">
              <a:extLst>
                <a:ext uri="{FF2B5EF4-FFF2-40B4-BE49-F238E27FC236}">
                  <a16:creationId xmlns:a16="http://schemas.microsoft.com/office/drawing/2014/main" id="{F7CCD98E-0718-98B1-76D2-B48E68B3A515}"/>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8" name="TextBox 17">
              <a:extLst>
                <a:ext uri="{FF2B5EF4-FFF2-40B4-BE49-F238E27FC236}">
                  <a16:creationId xmlns:a16="http://schemas.microsoft.com/office/drawing/2014/main" id="{0BF977E4-4941-F4BB-7273-C06ECB5D37CF}"/>
                </a:ext>
              </a:extLst>
            </p:cNvPr>
            <p:cNvSpPr txBox="1"/>
            <p:nvPr/>
          </p:nvSpPr>
          <p:spPr>
            <a:xfrm flipH="1">
              <a:off x="3052002" y="4933987"/>
              <a:ext cx="641376" cy="580944"/>
            </a:xfrm>
            <a:prstGeom prst="rect">
              <a:avLst/>
            </a:prstGeom>
            <a:noFill/>
          </p:spPr>
          <p:txBody>
            <a:bodyPr wrap="square" rtlCol="1">
              <a:spAutoFit/>
            </a:bodyPr>
            <a:lstStyle/>
            <a:p>
              <a:r>
                <a:rPr lang="en-US" sz="2400" dirty="0">
                  <a:solidFill>
                    <a:srgbClr val="F2E8D9"/>
                  </a:solidFill>
                  <a:latin typeface="Arial" panose="020B0604020202020204" pitchFamily="34" charset="0"/>
                  <a:cs typeface="Arial" panose="020B0604020202020204" pitchFamily="34" charset="0"/>
                </a:rPr>
                <a:t>10</a:t>
              </a:r>
              <a:endParaRPr lang="ar-SA" sz="2400" dirty="0">
                <a:solidFill>
                  <a:srgbClr val="F2E8D9"/>
                </a:solidFill>
                <a:latin typeface="Arial" panose="020B0604020202020204" pitchFamily="34" charset="0"/>
                <a:cs typeface="Arial" panose="020B0604020202020204" pitchFamily="34" charset="0"/>
              </a:endParaRPr>
            </a:p>
          </p:txBody>
        </p:sp>
      </p:grpSp>
      <p:sp>
        <p:nvSpPr>
          <p:cNvPr id="26" name="TextBox 25">
            <a:extLst>
              <a:ext uri="{FF2B5EF4-FFF2-40B4-BE49-F238E27FC236}">
                <a16:creationId xmlns:a16="http://schemas.microsoft.com/office/drawing/2014/main" id="{4571C49E-88AD-572E-8749-94D992122665}"/>
              </a:ext>
            </a:extLst>
          </p:cNvPr>
          <p:cNvSpPr txBox="1"/>
          <p:nvPr/>
        </p:nvSpPr>
        <p:spPr>
          <a:xfrm>
            <a:off x="40451" y="5812827"/>
            <a:ext cx="12175117" cy="1292662"/>
          </a:xfrm>
          <a:prstGeom prst="rect">
            <a:avLst/>
          </a:prstGeom>
          <a:noFill/>
        </p:spPr>
        <p:txBody>
          <a:bodyPr wrap="square" rtlCol="1">
            <a:spAutoFit/>
          </a:bodyPr>
          <a:lstStyle/>
          <a:p>
            <a:pPr marL="0" marR="0" lvl="0" indent="0" algn="just" defTabSz="914400" rtl="0" eaLnBrk="1" fontAlgn="auto" latinLnBrk="0" hangingPunct="1">
              <a:lnSpc>
                <a:spcPct val="100000"/>
              </a:lnSpc>
              <a:spcBef>
                <a:spcPts val="0"/>
              </a:spcBef>
              <a:spcAft>
                <a:spcPts val="0"/>
              </a:spcAft>
              <a:buClr>
                <a:prstClr val="black">
                  <a:lumMod val="50000"/>
                  <a:lumOff val="50000"/>
                </a:prstClr>
              </a:buClr>
              <a:buSzTx/>
              <a:buFontTx/>
              <a:buNone/>
              <a:tabLst/>
              <a:defRPr/>
            </a:pPr>
            <a:r>
              <a:rPr kumimoji="0" lang="en-US" sz="1050" b="0" i="0" u="none" strike="noStrike" kern="1200" cap="none" spc="0" normalizeH="0" baseline="0" noProof="0" dirty="0">
                <a:ln>
                  <a:noFill/>
                </a:ln>
                <a:solidFill>
                  <a:srgbClr val="0F3353"/>
                </a:solidFill>
                <a:effectLst/>
                <a:uLnTx/>
                <a:uFillTx/>
                <a:latin typeface="+mj-lt"/>
                <a:ea typeface="+mn-ea"/>
                <a:cs typeface="+mj-cs"/>
              </a:rPr>
              <a:t>Notes:</a:t>
            </a:r>
          </a:p>
          <a:p>
            <a:pPr marL="361950" marR="0" lvl="0" indent="-171450" algn="just" defTabSz="914400" rtl="0" eaLnBrk="1" fontAlgn="auto" latinLnBrk="0" hangingPunct="1">
              <a:lnSpc>
                <a:spcPct val="100000"/>
              </a:lnSpc>
              <a:spcBef>
                <a:spcPts val="0"/>
              </a:spcBef>
              <a:spcAft>
                <a:spcPts val="0"/>
              </a:spcAft>
              <a:buClr>
                <a:prstClr val="black">
                  <a:lumMod val="50000"/>
                  <a:lumOff val="50000"/>
                </a:prstClr>
              </a:buClr>
              <a:buSzTx/>
              <a:buBlip>
                <a:blip r:embed="rId11"/>
              </a:buBlip>
              <a:tabLst/>
              <a:defRPr/>
            </a:pPr>
            <a:r>
              <a:rPr lang="en-US" sz="1050" dirty="0">
                <a:solidFill>
                  <a:srgbClr val="0F3353"/>
                </a:solidFill>
              </a:rPr>
              <a:t>Government Fees are not included in Taajeel fees, Government Fees page attached in separate slide.</a:t>
            </a:r>
          </a:p>
          <a:p>
            <a:pPr marL="361950" marR="0" lvl="0" indent="-171450" algn="just" defTabSz="914400" rtl="0" eaLnBrk="1" fontAlgn="auto" latinLnBrk="0" hangingPunct="1">
              <a:lnSpc>
                <a:spcPct val="100000"/>
              </a:lnSpc>
              <a:spcBef>
                <a:spcPts val="0"/>
              </a:spcBef>
              <a:spcAft>
                <a:spcPts val="0"/>
              </a:spcAft>
              <a:buClr>
                <a:prstClr val="black">
                  <a:lumMod val="50000"/>
                  <a:lumOff val="50000"/>
                </a:prstClr>
              </a:buClr>
              <a:buSzTx/>
              <a:buBlip>
                <a:blip r:embed="rId11"/>
              </a:buBlip>
              <a:tabLst/>
              <a:defRPr/>
            </a:pPr>
            <a:r>
              <a:rPr kumimoji="0" lang="en-US" sz="1050" b="0" i="0" u="none" strike="noStrike" kern="1200" cap="none" spc="0" normalizeH="0" baseline="0" noProof="0" dirty="0">
                <a:ln>
                  <a:noFill/>
                </a:ln>
                <a:solidFill>
                  <a:srgbClr val="0F3353"/>
                </a:solidFill>
                <a:effectLst/>
                <a:uLnTx/>
                <a:uFillTx/>
                <a:ea typeface="+mn-ea"/>
              </a:rPr>
              <a:t>Payments paid within five days of </a:t>
            </a:r>
            <a:r>
              <a:rPr kumimoji="0" lang="ar-SA" sz="1050" b="0" i="0" u="none" strike="noStrike" kern="1200" cap="none" spc="0" normalizeH="0" baseline="0" noProof="0" dirty="0">
                <a:ln>
                  <a:noFill/>
                </a:ln>
                <a:solidFill>
                  <a:srgbClr val="0F3353"/>
                </a:solidFill>
                <a:effectLst/>
                <a:uLnTx/>
                <a:uFillTx/>
                <a:ea typeface="+mn-ea"/>
              </a:rPr>
              <a:t>the </a:t>
            </a:r>
            <a:r>
              <a:rPr kumimoji="0" lang="en-US" sz="1050" b="0" i="0" u="none" strike="noStrike" kern="1200" cap="none" spc="0" normalizeH="0" baseline="0" noProof="0" dirty="0">
                <a:ln>
                  <a:noFill/>
                </a:ln>
                <a:solidFill>
                  <a:srgbClr val="0F3353"/>
                </a:solidFill>
                <a:effectLst/>
                <a:uLnTx/>
                <a:uFillTx/>
                <a:ea typeface="+mn-ea"/>
              </a:rPr>
              <a:t>maturity date.</a:t>
            </a:r>
          </a:p>
          <a:p>
            <a:pPr marL="361950" marR="0" lvl="0" indent="-171450" algn="just" defTabSz="914400" rtl="0" eaLnBrk="1" fontAlgn="auto" latinLnBrk="0" hangingPunct="1">
              <a:lnSpc>
                <a:spcPct val="100000"/>
              </a:lnSpc>
              <a:spcBef>
                <a:spcPts val="0"/>
              </a:spcBef>
              <a:spcAft>
                <a:spcPts val="0"/>
              </a:spcAft>
              <a:buClr>
                <a:prstClr val="black">
                  <a:lumMod val="50000"/>
                  <a:lumOff val="50000"/>
                </a:prstClr>
              </a:buClr>
              <a:buSzTx/>
              <a:buBlip>
                <a:blip r:embed="rId11"/>
              </a:buBlip>
              <a:tabLst/>
              <a:defRPr/>
            </a:pPr>
            <a:r>
              <a:rPr kumimoji="0" lang="en-US" sz="1050" b="0" i="0" u="none" strike="noStrike" kern="1200" cap="none" spc="0" normalizeH="0" baseline="0" noProof="0" dirty="0">
                <a:ln>
                  <a:noFill/>
                </a:ln>
                <a:solidFill>
                  <a:srgbClr val="0F3353"/>
                </a:solidFill>
                <a:effectLst/>
                <a:uLnTx/>
                <a:uFillTx/>
                <a:ea typeface="+mn-ea"/>
              </a:rPr>
              <a:t>Payments to be made are non-refundable and payable upon signing the contract.</a:t>
            </a:r>
          </a:p>
          <a:p>
            <a:pPr marL="361950" marR="0" lvl="0" indent="-171450" algn="just" defTabSz="914400" rtl="0" eaLnBrk="1" fontAlgn="auto" latinLnBrk="0" hangingPunct="1">
              <a:lnSpc>
                <a:spcPct val="100000"/>
              </a:lnSpc>
              <a:spcBef>
                <a:spcPts val="0"/>
              </a:spcBef>
              <a:spcAft>
                <a:spcPts val="0"/>
              </a:spcAft>
              <a:buClr>
                <a:prstClr val="black">
                  <a:lumMod val="50000"/>
                  <a:lumOff val="50000"/>
                </a:prstClr>
              </a:buClr>
              <a:buSzTx/>
              <a:buBlip>
                <a:blip r:embed="rId11"/>
              </a:buBlip>
              <a:tabLst/>
              <a:defRPr/>
            </a:pPr>
            <a:r>
              <a:rPr kumimoji="0" lang="en-US" sz="1050" b="0" i="0" u="none" strike="noStrike" kern="1200" cap="none" spc="0" normalizeH="0" baseline="0" noProof="0" dirty="0">
                <a:ln>
                  <a:noFill/>
                </a:ln>
                <a:solidFill>
                  <a:srgbClr val="0F3353"/>
                </a:solidFill>
                <a:effectLst/>
                <a:uLnTx/>
                <a:uFillTx/>
                <a:ea typeface="+mn-ea"/>
              </a:rPr>
              <a:t>We will issue the invoices based on the maturity date payments as described in the above method of payment.</a:t>
            </a:r>
          </a:p>
          <a:p>
            <a:pPr marL="361950" marR="0" lvl="0" indent="-171450" algn="just" defTabSz="914400" rtl="0" eaLnBrk="1" fontAlgn="auto" latinLnBrk="0" hangingPunct="1">
              <a:lnSpc>
                <a:spcPct val="100000"/>
              </a:lnSpc>
              <a:spcBef>
                <a:spcPts val="0"/>
              </a:spcBef>
              <a:spcAft>
                <a:spcPts val="0"/>
              </a:spcAft>
              <a:buClr>
                <a:prstClr val="black">
                  <a:lumMod val="50000"/>
                  <a:lumOff val="50000"/>
                </a:prstClr>
              </a:buClr>
              <a:buSzTx/>
              <a:buBlip>
                <a:blip r:embed="rId11"/>
              </a:buBlip>
              <a:tabLst/>
              <a:defRPr/>
            </a:pPr>
            <a:r>
              <a:rPr kumimoji="0" lang="en-US" sz="1050" b="0" i="0" u="none" strike="noStrike" kern="1200" cap="none" spc="0" normalizeH="0" baseline="0" noProof="0" dirty="0">
                <a:ln>
                  <a:noFill/>
                </a:ln>
                <a:solidFill>
                  <a:srgbClr val="0F3353"/>
                </a:solidFill>
                <a:effectLst/>
                <a:uLnTx/>
                <a:uFillTx/>
                <a:ea typeface="+mn-ea"/>
              </a:rPr>
              <a:t>VAT will be charged (15%) of the total fees paid by the Client to obtain the Value Added Tax (VAT) issued by Zakat, Tax</a:t>
            </a:r>
            <a:r>
              <a:rPr kumimoji="0" lang="ar-SA" sz="1050" b="0" i="0" u="none" strike="noStrike" kern="1200" cap="none" spc="0" normalizeH="0" baseline="0" noProof="0" dirty="0">
                <a:ln>
                  <a:noFill/>
                </a:ln>
                <a:solidFill>
                  <a:srgbClr val="0F3353"/>
                </a:solidFill>
                <a:effectLst/>
                <a:uLnTx/>
                <a:uFillTx/>
                <a:ea typeface="+mn-ea"/>
              </a:rPr>
              <a:t>,</a:t>
            </a:r>
            <a:r>
              <a:rPr kumimoji="0" lang="en-US" sz="1050" b="0" i="0" u="none" strike="noStrike" kern="1200" cap="none" spc="0" normalizeH="0" baseline="0" noProof="0" dirty="0">
                <a:ln>
                  <a:noFill/>
                </a:ln>
                <a:solidFill>
                  <a:srgbClr val="0F3353"/>
                </a:solidFill>
                <a:effectLst/>
                <a:uLnTx/>
                <a:uFillTx/>
                <a:ea typeface="+mn-ea"/>
              </a:rPr>
              <a:t> and Customs Authority “ZATCA”.</a:t>
            </a:r>
          </a:p>
          <a:p>
            <a:pPr marL="190500" marR="0" lvl="0" algn="just" defTabSz="914400" rtl="0" eaLnBrk="1" fontAlgn="auto" latinLnBrk="0" hangingPunct="1">
              <a:lnSpc>
                <a:spcPct val="100000"/>
              </a:lnSpc>
              <a:spcBef>
                <a:spcPts val="0"/>
              </a:spcBef>
              <a:spcAft>
                <a:spcPts val="0"/>
              </a:spcAft>
              <a:buClr>
                <a:prstClr val="black">
                  <a:lumMod val="50000"/>
                  <a:lumOff val="50000"/>
                </a:prstClr>
              </a:buClr>
              <a:buSzTx/>
              <a:tabLst/>
              <a:defRPr/>
            </a:pPr>
            <a:endParaRPr kumimoji="0" lang="ar-SA" sz="1200" b="0" i="0" u="none" strike="noStrike" kern="1200" cap="none" spc="0" normalizeH="0" baseline="0" noProof="0" dirty="0">
              <a:ln>
                <a:noFill/>
              </a:ln>
              <a:solidFill>
                <a:srgbClr val="0F3353"/>
              </a:solidFill>
              <a:effectLst/>
              <a:uLnTx/>
              <a:uFillTx/>
              <a:ea typeface="+mn-ea"/>
            </a:endParaRPr>
          </a:p>
        </p:txBody>
      </p:sp>
      <p:sp>
        <p:nvSpPr>
          <p:cNvPr id="13" name="Google Shape;374;p12">
            <a:extLst>
              <a:ext uri="{FF2B5EF4-FFF2-40B4-BE49-F238E27FC236}">
                <a16:creationId xmlns:a16="http://schemas.microsoft.com/office/drawing/2014/main" id="{627E31E3-1634-CE2B-95DE-0F407F2C3CF4}"/>
              </a:ext>
            </a:extLst>
          </p:cNvPr>
          <p:cNvSpPr/>
          <p:nvPr/>
        </p:nvSpPr>
        <p:spPr>
          <a:xfrm>
            <a:off x="6644099" y="5166785"/>
            <a:ext cx="1268188"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2800" dirty="0">
                <a:solidFill>
                  <a:srgbClr val="0F3353"/>
                </a:solidFill>
                <a:ea typeface="Arial"/>
                <a:cs typeface="Arial"/>
                <a:sym typeface="Arial"/>
              </a:rPr>
              <a:t>8,00</a:t>
            </a:r>
            <a:r>
              <a:rPr kumimoji="0" lang="en-US" sz="2800" b="0" i="0" u="none" strike="noStrike" kern="1200" cap="none" spc="0" normalizeH="0" baseline="0" noProof="0" dirty="0">
                <a:ln>
                  <a:noFill/>
                </a:ln>
                <a:solidFill>
                  <a:srgbClr val="0F3353"/>
                </a:solidFill>
                <a:effectLst/>
                <a:uLnTx/>
                <a:uFillTx/>
                <a:ea typeface="Arial"/>
                <a:cs typeface="Arial"/>
                <a:sym typeface="Arial"/>
              </a:rPr>
              <a:t>0</a:t>
            </a:r>
            <a:endParaRPr kumimoji="0" sz="1400" b="0" i="0" u="none" strike="noStrike" kern="1200" cap="none" spc="0" normalizeH="0" baseline="0" noProof="0" dirty="0">
              <a:ln>
                <a:noFill/>
              </a:ln>
              <a:solidFill>
                <a:srgbClr val="0F3353"/>
              </a:solidFill>
              <a:effectLst/>
              <a:uLnTx/>
              <a:uFillTx/>
              <a:ea typeface="Arial"/>
              <a:cs typeface="Arial"/>
              <a:sym typeface="Arial"/>
            </a:endParaRPr>
          </a:p>
        </p:txBody>
      </p:sp>
      <p:sp>
        <p:nvSpPr>
          <p:cNvPr id="32" name="TextBox 31">
            <a:extLst>
              <a:ext uri="{FF2B5EF4-FFF2-40B4-BE49-F238E27FC236}">
                <a16:creationId xmlns:a16="http://schemas.microsoft.com/office/drawing/2014/main" id="{7CF061A4-AC25-520D-0204-FC553E645589}"/>
              </a:ext>
            </a:extLst>
          </p:cNvPr>
          <p:cNvSpPr txBox="1"/>
          <p:nvPr/>
        </p:nvSpPr>
        <p:spPr>
          <a:xfrm>
            <a:off x="6461622" y="5572238"/>
            <a:ext cx="7252410"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For a period of three months, and if necessary to extend the period        4,000/ month</a:t>
            </a:r>
          </a:p>
        </p:txBody>
      </p:sp>
      <p:grpSp>
        <p:nvGrpSpPr>
          <p:cNvPr id="33" name="Group 32">
            <a:extLst>
              <a:ext uri="{FF2B5EF4-FFF2-40B4-BE49-F238E27FC236}">
                <a16:creationId xmlns:a16="http://schemas.microsoft.com/office/drawing/2014/main" id="{F5F4D17C-65DB-6D86-ECED-128FCE62EB9C}"/>
              </a:ext>
            </a:extLst>
          </p:cNvPr>
          <p:cNvGrpSpPr/>
          <p:nvPr/>
        </p:nvGrpSpPr>
        <p:grpSpPr>
          <a:xfrm>
            <a:off x="5862803" y="5021372"/>
            <a:ext cx="534177" cy="485596"/>
            <a:chOff x="3024820" y="4920538"/>
            <a:chExt cx="652592" cy="608400"/>
          </a:xfrm>
        </p:grpSpPr>
        <p:sp>
          <p:nvSpPr>
            <p:cNvPr id="36" name="Oval 35">
              <a:extLst>
                <a:ext uri="{FF2B5EF4-FFF2-40B4-BE49-F238E27FC236}">
                  <a16:creationId xmlns:a16="http://schemas.microsoft.com/office/drawing/2014/main" id="{9F3EF8B8-7433-92D8-4658-9D6B2D662D21}"/>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46" name="TextBox 45">
              <a:extLst>
                <a:ext uri="{FF2B5EF4-FFF2-40B4-BE49-F238E27FC236}">
                  <a16:creationId xmlns:a16="http://schemas.microsoft.com/office/drawing/2014/main" id="{49A57C87-258F-3D5B-E776-4564CEDD7686}"/>
                </a:ext>
              </a:extLst>
            </p:cNvPr>
            <p:cNvSpPr txBox="1"/>
            <p:nvPr/>
          </p:nvSpPr>
          <p:spPr>
            <a:xfrm flipH="1">
              <a:off x="3024820" y="4934425"/>
              <a:ext cx="641376" cy="580944"/>
            </a:xfrm>
            <a:prstGeom prst="rect">
              <a:avLst/>
            </a:prstGeom>
            <a:noFill/>
          </p:spPr>
          <p:txBody>
            <a:bodyPr wrap="square" rtlCol="1">
              <a:spAutoFit/>
            </a:bodyPr>
            <a:lstStyle/>
            <a:p>
              <a:r>
                <a:rPr lang="en-US" sz="2400" dirty="0">
                  <a:solidFill>
                    <a:srgbClr val="F2E8D9"/>
                  </a:solidFill>
                  <a:latin typeface="Arial" panose="020B0604020202020204" pitchFamily="34" charset="0"/>
                  <a:cs typeface="Arial" panose="020B0604020202020204" pitchFamily="34" charset="0"/>
                </a:rPr>
                <a:t>12</a:t>
              </a:r>
              <a:endParaRPr lang="ar-SA" sz="2400" dirty="0">
                <a:solidFill>
                  <a:srgbClr val="F2E8D9"/>
                </a:solidFill>
                <a:latin typeface="Arial" panose="020B0604020202020204" pitchFamily="34" charset="0"/>
                <a:cs typeface="Arial" panose="020B0604020202020204" pitchFamily="34" charset="0"/>
              </a:endParaRPr>
            </a:p>
          </p:txBody>
        </p:sp>
      </p:grpSp>
      <p:sp>
        <p:nvSpPr>
          <p:cNvPr id="51" name="Google Shape;376;p12">
            <a:extLst>
              <a:ext uri="{FF2B5EF4-FFF2-40B4-BE49-F238E27FC236}">
                <a16:creationId xmlns:a16="http://schemas.microsoft.com/office/drawing/2014/main" id="{0EC6B62E-4E66-297A-B1B3-CA6B1E7345D4}"/>
              </a:ext>
            </a:extLst>
          </p:cNvPr>
          <p:cNvSpPr txBox="1"/>
          <p:nvPr/>
        </p:nvSpPr>
        <p:spPr>
          <a:xfrm>
            <a:off x="6461225" y="5016441"/>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F3353"/>
                </a:solidFill>
                <a:ea typeface="Calibri"/>
                <a:cs typeface="Calibri"/>
                <a:sym typeface="Calibri"/>
              </a:rPr>
              <a:t>Temporary General Manager: </a:t>
            </a:r>
          </a:p>
        </p:txBody>
      </p:sp>
      <p:cxnSp>
        <p:nvCxnSpPr>
          <p:cNvPr id="53" name="Google Shape;378;p12">
            <a:extLst>
              <a:ext uri="{FF2B5EF4-FFF2-40B4-BE49-F238E27FC236}">
                <a16:creationId xmlns:a16="http://schemas.microsoft.com/office/drawing/2014/main" id="{412254A1-AB4B-5257-7D28-CE7E23AA0BC5}"/>
              </a:ext>
            </a:extLst>
          </p:cNvPr>
          <p:cNvCxnSpPr>
            <a:cxnSpLocks/>
          </p:cNvCxnSpPr>
          <p:nvPr/>
        </p:nvCxnSpPr>
        <p:spPr>
          <a:xfrm>
            <a:off x="6435440" y="5044298"/>
            <a:ext cx="0" cy="665604"/>
          </a:xfrm>
          <a:prstGeom prst="straightConnector1">
            <a:avLst/>
          </a:prstGeom>
          <a:noFill/>
          <a:ln w="12700" cap="flat" cmpd="sng">
            <a:solidFill>
              <a:srgbClr val="044969"/>
            </a:solidFill>
            <a:prstDash val="solid"/>
            <a:round/>
            <a:headEnd type="none" w="sm" len="sm"/>
            <a:tailEnd type="none" w="sm" len="sm"/>
          </a:ln>
        </p:spPr>
      </p:cxnSp>
      <p:pic>
        <p:nvPicPr>
          <p:cNvPr id="3" name="Graphic 2">
            <a:extLst>
              <a:ext uri="{FF2B5EF4-FFF2-40B4-BE49-F238E27FC236}">
                <a16:creationId xmlns:a16="http://schemas.microsoft.com/office/drawing/2014/main" id="{327B41EA-4B32-A630-799B-9B492FFC4067}"/>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010821" y="1545200"/>
            <a:ext cx="416349" cy="465244"/>
          </a:xfrm>
          <a:prstGeom prst="rect">
            <a:avLst/>
          </a:prstGeom>
        </p:spPr>
      </p:pic>
      <p:pic>
        <p:nvPicPr>
          <p:cNvPr id="59" name="Graphic 58">
            <a:extLst>
              <a:ext uri="{FF2B5EF4-FFF2-40B4-BE49-F238E27FC236}">
                <a16:creationId xmlns:a16="http://schemas.microsoft.com/office/drawing/2014/main" id="{3154BE2E-5BE5-BF10-2163-A3AF5E76F11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995545" y="1513040"/>
            <a:ext cx="416349" cy="465244"/>
          </a:xfrm>
          <a:prstGeom prst="rect">
            <a:avLst/>
          </a:prstGeom>
        </p:spPr>
      </p:pic>
      <p:pic>
        <p:nvPicPr>
          <p:cNvPr id="63" name="Graphic 62">
            <a:extLst>
              <a:ext uri="{FF2B5EF4-FFF2-40B4-BE49-F238E27FC236}">
                <a16:creationId xmlns:a16="http://schemas.microsoft.com/office/drawing/2014/main" id="{5DAF5129-D05E-576D-2CD1-EF0B164D3898}"/>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187542" y="3353603"/>
            <a:ext cx="217280" cy="242797"/>
          </a:xfrm>
          <a:prstGeom prst="rect">
            <a:avLst/>
          </a:prstGeom>
        </p:spPr>
      </p:pic>
      <p:pic>
        <p:nvPicPr>
          <p:cNvPr id="64" name="Graphic 63">
            <a:extLst>
              <a:ext uri="{FF2B5EF4-FFF2-40B4-BE49-F238E27FC236}">
                <a16:creationId xmlns:a16="http://schemas.microsoft.com/office/drawing/2014/main" id="{DF038CA4-3A3B-6E25-C547-16FFA7E369C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182966" y="3371712"/>
            <a:ext cx="217280" cy="242797"/>
          </a:xfrm>
          <a:prstGeom prst="rect">
            <a:avLst/>
          </a:prstGeom>
        </p:spPr>
      </p:pic>
      <p:pic>
        <p:nvPicPr>
          <p:cNvPr id="65" name="Graphic 64">
            <a:extLst>
              <a:ext uri="{FF2B5EF4-FFF2-40B4-BE49-F238E27FC236}">
                <a16:creationId xmlns:a16="http://schemas.microsoft.com/office/drawing/2014/main" id="{27366EB4-9DA3-D6C1-87A7-78D3F8A40F5B}"/>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948058" y="3368406"/>
            <a:ext cx="217280" cy="242797"/>
          </a:xfrm>
          <a:prstGeom prst="rect">
            <a:avLst/>
          </a:prstGeom>
        </p:spPr>
      </p:pic>
      <p:pic>
        <p:nvPicPr>
          <p:cNvPr id="75" name="Graphic 74">
            <a:extLst>
              <a:ext uri="{FF2B5EF4-FFF2-40B4-BE49-F238E27FC236}">
                <a16:creationId xmlns:a16="http://schemas.microsoft.com/office/drawing/2014/main" id="{4A727DE5-122D-B9C0-F4A6-59921704220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7501231" y="4412663"/>
            <a:ext cx="217280" cy="242797"/>
          </a:xfrm>
          <a:prstGeom prst="rect">
            <a:avLst/>
          </a:prstGeom>
        </p:spPr>
      </p:pic>
      <p:pic>
        <p:nvPicPr>
          <p:cNvPr id="76" name="Graphic 75">
            <a:extLst>
              <a:ext uri="{FF2B5EF4-FFF2-40B4-BE49-F238E27FC236}">
                <a16:creationId xmlns:a16="http://schemas.microsoft.com/office/drawing/2014/main" id="{077CBC4D-2085-BC37-4DAA-333A709CC74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10245989" y="4452306"/>
            <a:ext cx="217280" cy="242797"/>
          </a:xfrm>
          <a:prstGeom prst="rect">
            <a:avLst/>
          </a:prstGeom>
        </p:spPr>
      </p:pic>
      <p:pic>
        <p:nvPicPr>
          <p:cNvPr id="78" name="Graphic 77">
            <a:extLst>
              <a:ext uri="{FF2B5EF4-FFF2-40B4-BE49-F238E27FC236}">
                <a16:creationId xmlns:a16="http://schemas.microsoft.com/office/drawing/2014/main" id="{A7B137FC-D7D7-A0A1-E287-FA4A5885CA5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202508" y="5358969"/>
            <a:ext cx="217280" cy="242797"/>
          </a:xfrm>
          <a:prstGeom prst="rect">
            <a:avLst/>
          </a:prstGeom>
        </p:spPr>
      </p:pic>
      <p:pic>
        <p:nvPicPr>
          <p:cNvPr id="79" name="Graphic 78">
            <a:extLst>
              <a:ext uri="{FF2B5EF4-FFF2-40B4-BE49-F238E27FC236}">
                <a16:creationId xmlns:a16="http://schemas.microsoft.com/office/drawing/2014/main" id="{B524DFD1-1F27-B1F0-77F9-C6933C61955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6479904" y="5312351"/>
            <a:ext cx="217280" cy="242797"/>
          </a:xfrm>
          <a:prstGeom prst="rect">
            <a:avLst/>
          </a:prstGeom>
        </p:spPr>
      </p:pic>
      <p:pic>
        <p:nvPicPr>
          <p:cNvPr id="80" name="Graphic 79">
            <a:extLst>
              <a:ext uri="{FF2B5EF4-FFF2-40B4-BE49-F238E27FC236}">
                <a16:creationId xmlns:a16="http://schemas.microsoft.com/office/drawing/2014/main" id="{4A317A47-74DE-2038-965E-92AE02BC5067}"/>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633210" y="5595070"/>
            <a:ext cx="136830" cy="152899"/>
          </a:xfrm>
          <a:prstGeom prst="rect">
            <a:avLst/>
          </a:prstGeom>
        </p:spPr>
      </p:pic>
      <p:grpSp>
        <p:nvGrpSpPr>
          <p:cNvPr id="84" name="Group 83">
            <a:extLst>
              <a:ext uri="{FF2B5EF4-FFF2-40B4-BE49-F238E27FC236}">
                <a16:creationId xmlns:a16="http://schemas.microsoft.com/office/drawing/2014/main" id="{C40491F2-C797-3BC9-5709-F9E26602BAC7}"/>
              </a:ext>
            </a:extLst>
          </p:cNvPr>
          <p:cNvGrpSpPr/>
          <p:nvPr/>
        </p:nvGrpSpPr>
        <p:grpSpPr>
          <a:xfrm>
            <a:off x="9616128" y="4201708"/>
            <a:ext cx="534177" cy="485596"/>
            <a:chOff x="3024820" y="4920538"/>
            <a:chExt cx="652592" cy="608400"/>
          </a:xfrm>
        </p:grpSpPr>
        <p:sp>
          <p:nvSpPr>
            <p:cNvPr id="85" name="Oval 84">
              <a:extLst>
                <a:ext uri="{FF2B5EF4-FFF2-40B4-BE49-F238E27FC236}">
                  <a16:creationId xmlns:a16="http://schemas.microsoft.com/office/drawing/2014/main" id="{4613C880-1BAC-A2F3-7B9A-CFF832D277FF}"/>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90" name="TextBox 89">
              <a:extLst>
                <a:ext uri="{FF2B5EF4-FFF2-40B4-BE49-F238E27FC236}">
                  <a16:creationId xmlns:a16="http://schemas.microsoft.com/office/drawing/2014/main" id="{95E5DF90-5713-C935-F0FA-32630F1FB0EF}"/>
                </a:ext>
              </a:extLst>
            </p:cNvPr>
            <p:cNvSpPr txBox="1"/>
            <p:nvPr/>
          </p:nvSpPr>
          <p:spPr>
            <a:xfrm flipH="1">
              <a:off x="3024820" y="4934425"/>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9</a:t>
              </a:r>
              <a:endParaRPr lang="ar-SA" sz="2400" dirty="0">
                <a:solidFill>
                  <a:srgbClr val="F2E8D9"/>
                </a:solidFill>
                <a:latin typeface="Arial" panose="020B0604020202020204" pitchFamily="34" charset="0"/>
                <a:cs typeface="Arial" panose="020B0604020202020204" pitchFamily="34" charset="0"/>
              </a:endParaRPr>
            </a:p>
          </p:txBody>
        </p:sp>
      </p:grpSp>
      <p:cxnSp>
        <p:nvCxnSpPr>
          <p:cNvPr id="94" name="Google Shape;372;p12">
            <a:extLst>
              <a:ext uri="{FF2B5EF4-FFF2-40B4-BE49-F238E27FC236}">
                <a16:creationId xmlns:a16="http://schemas.microsoft.com/office/drawing/2014/main" id="{98900EE4-0B90-371A-32D6-03E97304CAFB}"/>
              </a:ext>
            </a:extLst>
          </p:cNvPr>
          <p:cNvCxnSpPr>
            <a:cxnSpLocks/>
          </p:cNvCxnSpPr>
          <p:nvPr/>
        </p:nvCxnSpPr>
        <p:spPr>
          <a:xfrm>
            <a:off x="2090013" y="5015573"/>
            <a:ext cx="0" cy="616050"/>
          </a:xfrm>
          <a:prstGeom prst="straightConnector1">
            <a:avLst/>
          </a:prstGeom>
          <a:noFill/>
          <a:ln w="12700" cap="flat" cmpd="sng">
            <a:solidFill>
              <a:srgbClr val="044969"/>
            </a:solidFill>
            <a:prstDash val="solid"/>
            <a:round/>
            <a:headEnd type="none" w="sm" len="sm"/>
            <a:tailEnd type="none" w="sm" len="sm"/>
          </a:ln>
        </p:spPr>
      </p:cxnSp>
      <p:sp>
        <p:nvSpPr>
          <p:cNvPr id="95" name="TextBox 94">
            <a:extLst>
              <a:ext uri="{FF2B5EF4-FFF2-40B4-BE49-F238E27FC236}">
                <a16:creationId xmlns:a16="http://schemas.microsoft.com/office/drawing/2014/main" id="{096986A2-A28E-38E9-0DF9-4C1FE6998BED}"/>
              </a:ext>
            </a:extLst>
          </p:cNvPr>
          <p:cNvSpPr txBox="1"/>
          <p:nvPr/>
        </p:nvSpPr>
        <p:spPr>
          <a:xfrm>
            <a:off x="2076160" y="5515335"/>
            <a:ext cx="1599517" cy="24622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for every 250 words</a:t>
            </a:r>
          </a:p>
        </p:txBody>
      </p:sp>
      <p:sp>
        <p:nvSpPr>
          <p:cNvPr id="96" name="Google Shape;376;p12">
            <a:extLst>
              <a:ext uri="{FF2B5EF4-FFF2-40B4-BE49-F238E27FC236}">
                <a16:creationId xmlns:a16="http://schemas.microsoft.com/office/drawing/2014/main" id="{75DD6EE6-DE19-2E6B-B60D-4A91F6372FCD}"/>
              </a:ext>
            </a:extLst>
          </p:cNvPr>
          <p:cNvSpPr txBox="1"/>
          <p:nvPr/>
        </p:nvSpPr>
        <p:spPr>
          <a:xfrm>
            <a:off x="2025250" y="4928540"/>
            <a:ext cx="2431006" cy="2628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8" dirty="0">
                <a:solidFill>
                  <a:srgbClr val="0F3353"/>
                </a:solidFill>
                <a:ea typeface="Calibri"/>
                <a:cs typeface="Calibri"/>
                <a:sym typeface="Calibri"/>
              </a:rPr>
              <a:t>Translation: </a:t>
            </a:r>
          </a:p>
        </p:txBody>
      </p:sp>
      <p:pic>
        <p:nvPicPr>
          <p:cNvPr id="97" name="Graphic 96">
            <a:extLst>
              <a:ext uri="{FF2B5EF4-FFF2-40B4-BE49-F238E27FC236}">
                <a16:creationId xmlns:a16="http://schemas.microsoft.com/office/drawing/2014/main" id="{0B18FE2E-087B-2A3B-507A-BFBA15B3EBAF}"/>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2140936" y="5239256"/>
            <a:ext cx="217280" cy="242797"/>
          </a:xfrm>
          <a:prstGeom prst="rect">
            <a:avLst/>
          </a:prstGeom>
        </p:spPr>
      </p:pic>
      <p:sp>
        <p:nvSpPr>
          <p:cNvPr id="98" name="Google Shape;374;p12">
            <a:extLst>
              <a:ext uri="{FF2B5EF4-FFF2-40B4-BE49-F238E27FC236}">
                <a16:creationId xmlns:a16="http://schemas.microsoft.com/office/drawing/2014/main" id="{C1245E7D-8DC5-D4B0-E0C7-AD49248511CA}"/>
              </a:ext>
            </a:extLst>
          </p:cNvPr>
          <p:cNvSpPr/>
          <p:nvPr/>
        </p:nvSpPr>
        <p:spPr>
          <a:xfrm>
            <a:off x="2271711" y="5106872"/>
            <a:ext cx="1072584" cy="523180"/>
          </a:xfrm>
          <a:prstGeom prst="rect">
            <a:avLst/>
          </a:prstGeom>
          <a:noFill/>
          <a:ln>
            <a:noFill/>
          </a:ln>
        </p:spPr>
        <p:txBody>
          <a:bodyPr spcFirstLastPara="1" wrap="square" lIns="91425" tIns="45700" rIns="91425" bIns="45700" anchor="t" anchorCtr="0">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0F3353"/>
                </a:solidFill>
                <a:effectLst/>
                <a:uLnTx/>
                <a:uFillTx/>
                <a:ea typeface="Arial"/>
                <a:cs typeface="Arial"/>
                <a:sym typeface="Arial"/>
              </a:rPr>
              <a:t>150</a:t>
            </a:r>
            <a:endParaRPr kumimoji="0" sz="1400" b="0" i="0" u="none" strike="noStrike" kern="1200" cap="none" spc="0" normalizeH="0" baseline="0" noProof="0" dirty="0">
              <a:ln>
                <a:noFill/>
              </a:ln>
              <a:solidFill>
                <a:srgbClr val="0F3353"/>
              </a:solidFill>
              <a:effectLst/>
              <a:uLnTx/>
              <a:uFillTx/>
              <a:ea typeface="Arial"/>
              <a:cs typeface="Arial"/>
              <a:sym typeface="Arial"/>
            </a:endParaRPr>
          </a:p>
        </p:txBody>
      </p:sp>
      <p:sp>
        <p:nvSpPr>
          <p:cNvPr id="100" name="Google Shape;374;p12">
            <a:extLst>
              <a:ext uri="{FF2B5EF4-FFF2-40B4-BE49-F238E27FC236}">
                <a16:creationId xmlns:a16="http://schemas.microsoft.com/office/drawing/2014/main" id="{A823E881-39A5-709F-C28A-A5398511B02F}"/>
              </a:ext>
            </a:extLst>
          </p:cNvPr>
          <p:cNvSpPr/>
          <p:nvPr/>
        </p:nvSpPr>
        <p:spPr>
          <a:xfrm>
            <a:off x="2120092" y="4166896"/>
            <a:ext cx="1879041" cy="523180"/>
          </a:xfrm>
          <a:prstGeom prst="rect">
            <a:avLst/>
          </a:prstGeom>
          <a:noFill/>
          <a:ln>
            <a:noFill/>
          </a:ln>
        </p:spPr>
        <p:txBody>
          <a:bodyPr spcFirstLastPara="1" wrap="square" lIns="91425" tIns="45700" rIns="91425" bIns="45700" anchor="t" anchorCtr="0">
            <a:spAutoFit/>
          </a:bodyPr>
          <a:lstStyle/>
          <a:p>
            <a:pPr marL="0" marR="0" lvl="0" indent="0" algn="l" rtl="1">
              <a:spcBef>
                <a:spcPts val="0"/>
              </a:spcBef>
              <a:spcAft>
                <a:spcPts val="0"/>
              </a:spcAft>
              <a:buNone/>
            </a:pPr>
            <a:r>
              <a:rPr lang="en-US" sz="2800" dirty="0">
                <a:solidFill>
                  <a:srgbClr val="0F3353"/>
                </a:solidFill>
                <a:latin typeface="Lama Sans (Body)"/>
                <a:ea typeface="Arial"/>
                <a:cs typeface="Arial"/>
                <a:sym typeface="Arial"/>
              </a:rPr>
              <a:t>9,600</a:t>
            </a:r>
            <a:endParaRPr sz="2585" dirty="0">
              <a:solidFill>
                <a:srgbClr val="0F3353"/>
              </a:solidFill>
              <a:latin typeface="Lama Sans (Body)"/>
              <a:ea typeface="Arial"/>
              <a:cs typeface="Arial"/>
              <a:sym typeface="Arial"/>
            </a:endParaRPr>
          </a:p>
        </p:txBody>
      </p:sp>
      <p:cxnSp>
        <p:nvCxnSpPr>
          <p:cNvPr id="101" name="Google Shape;372;p12">
            <a:extLst>
              <a:ext uri="{FF2B5EF4-FFF2-40B4-BE49-F238E27FC236}">
                <a16:creationId xmlns:a16="http://schemas.microsoft.com/office/drawing/2014/main" id="{E25BEF86-E04B-EDB0-D88E-2CFCDB677077}"/>
              </a:ext>
            </a:extLst>
          </p:cNvPr>
          <p:cNvCxnSpPr>
            <a:cxnSpLocks/>
          </p:cNvCxnSpPr>
          <p:nvPr/>
        </p:nvCxnSpPr>
        <p:spPr>
          <a:xfrm>
            <a:off x="2098363" y="4025739"/>
            <a:ext cx="0" cy="616050"/>
          </a:xfrm>
          <a:prstGeom prst="straightConnector1">
            <a:avLst/>
          </a:prstGeom>
          <a:noFill/>
          <a:ln w="12700" cap="flat" cmpd="sng">
            <a:solidFill>
              <a:srgbClr val="044969"/>
            </a:solidFill>
            <a:prstDash val="solid"/>
            <a:round/>
            <a:headEnd type="none" w="sm" len="sm"/>
            <a:tailEnd type="none" w="sm" len="sm"/>
          </a:ln>
        </p:spPr>
      </p:cxnSp>
      <p:sp>
        <p:nvSpPr>
          <p:cNvPr id="102" name="TextBox 101">
            <a:extLst>
              <a:ext uri="{FF2B5EF4-FFF2-40B4-BE49-F238E27FC236}">
                <a16:creationId xmlns:a16="http://schemas.microsoft.com/office/drawing/2014/main" id="{C6DAD441-D2B8-4BF5-ECAC-338B0E02722D}"/>
              </a:ext>
            </a:extLst>
          </p:cNvPr>
          <p:cNvSpPr txBox="1"/>
          <p:nvPr/>
        </p:nvSpPr>
        <p:spPr>
          <a:xfrm>
            <a:off x="2809919" y="4527872"/>
            <a:ext cx="96009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5E312A"/>
                </a:solidFill>
                <a:effectLst/>
                <a:uLnTx/>
                <a:uFillTx/>
                <a:ea typeface="+mn-ea"/>
              </a:rPr>
              <a:t>Per subject</a:t>
            </a:r>
          </a:p>
        </p:txBody>
      </p:sp>
      <p:sp>
        <p:nvSpPr>
          <p:cNvPr id="103" name="TextBox 102">
            <a:extLst>
              <a:ext uri="{FF2B5EF4-FFF2-40B4-BE49-F238E27FC236}">
                <a16:creationId xmlns:a16="http://schemas.microsoft.com/office/drawing/2014/main" id="{2139CE08-148A-97BB-4341-6B2E3DED1711}"/>
              </a:ext>
            </a:extLst>
          </p:cNvPr>
          <p:cNvSpPr txBox="1"/>
          <p:nvPr/>
        </p:nvSpPr>
        <p:spPr>
          <a:xfrm>
            <a:off x="2075574" y="3982419"/>
            <a:ext cx="3653454" cy="262829"/>
          </a:xfrm>
          <a:prstGeom prst="rect">
            <a:avLst/>
          </a:prstGeom>
          <a:noFill/>
        </p:spPr>
        <p:txBody>
          <a:bodyPr wrap="square">
            <a:spAutoFit/>
          </a:bodyPr>
          <a:lstStyle/>
          <a:p>
            <a:r>
              <a:rPr lang="en-US" sz="1108" dirty="0">
                <a:solidFill>
                  <a:srgbClr val="0F3353"/>
                </a:solidFill>
              </a:rPr>
              <a:t>Structure the Policies &amp; procedures:</a:t>
            </a:r>
          </a:p>
        </p:txBody>
      </p:sp>
      <p:grpSp>
        <p:nvGrpSpPr>
          <p:cNvPr id="106" name="Group 105">
            <a:extLst>
              <a:ext uri="{FF2B5EF4-FFF2-40B4-BE49-F238E27FC236}">
                <a16:creationId xmlns:a16="http://schemas.microsoft.com/office/drawing/2014/main" id="{2ED551F4-6D02-F77A-0E89-58A9F9D6935F}"/>
              </a:ext>
            </a:extLst>
          </p:cNvPr>
          <p:cNvGrpSpPr/>
          <p:nvPr/>
        </p:nvGrpSpPr>
        <p:grpSpPr>
          <a:xfrm>
            <a:off x="3597382" y="5015573"/>
            <a:ext cx="533037" cy="485596"/>
            <a:chOff x="3026212" y="4920538"/>
            <a:chExt cx="651200" cy="608400"/>
          </a:xfrm>
        </p:grpSpPr>
        <p:sp>
          <p:nvSpPr>
            <p:cNvPr id="107" name="Oval 106">
              <a:extLst>
                <a:ext uri="{FF2B5EF4-FFF2-40B4-BE49-F238E27FC236}">
                  <a16:creationId xmlns:a16="http://schemas.microsoft.com/office/drawing/2014/main" id="{62E323FD-511D-B92C-386F-C901A7442DBD}"/>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08" name="TextBox 107">
              <a:extLst>
                <a:ext uri="{FF2B5EF4-FFF2-40B4-BE49-F238E27FC236}">
                  <a16:creationId xmlns:a16="http://schemas.microsoft.com/office/drawing/2014/main" id="{B4FF9356-7C4A-F650-B455-F6A870F7C9DE}"/>
                </a:ext>
              </a:extLst>
            </p:cNvPr>
            <p:cNvSpPr txBox="1"/>
            <p:nvPr/>
          </p:nvSpPr>
          <p:spPr>
            <a:xfrm flipH="1">
              <a:off x="3026212" y="4921931"/>
              <a:ext cx="641376" cy="580944"/>
            </a:xfrm>
            <a:prstGeom prst="rect">
              <a:avLst/>
            </a:prstGeom>
            <a:noFill/>
          </p:spPr>
          <p:txBody>
            <a:bodyPr wrap="square" rtlCol="1">
              <a:spAutoFit/>
            </a:bodyPr>
            <a:lstStyle/>
            <a:p>
              <a:r>
                <a:rPr lang="en-US" sz="2400" dirty="0">
                  <a:solidFill>
                    <a:srgbClr val="F2E8D9"/>
                  </a:solidFill>
                  <a:latin typeface="Arial" panose="020B0604020202020204" pitchFamily="34" charset="0"/>
                  <a:cs typeface="Arial" panose="020B0604020202020204" pitchFamily="34" charset="0"/>
                </a:rPr>
                <a:t>11</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22" name="Group 21">
            <a:extLst>
              <a:ext uri="{FF2B5EF4-FFF2-40B4-BE49-F238E27FC236}">
                <a16:creationId xmlns:a16="http://schemas.microsoft.com/office/drawing/2014/main" id="{51F4FAAC-5778-8FF4-F3A8-F492A9F885C6}"/>
              </a:ext>
            </a:extLst>
          </p:cNvPr>
          <p:cNvGrpSpPr/>
          <p:nvPr/>
        </p:nvGrpSpPr>
        <p:grpSpPr>
          <a:xfrm>
            <a:off x="1527481" y="3102829"/>
            <a:ext cx="524996" cy="485596"/>
            <a:chOff x="3052002" y="4920538"/>
            <a:chExt cx="641376" cy="608400"/>
          </a:xfrm>
        </p:grpSpPr>
        <p:sp>
          <p:nvSpPr>
            <p:cNvPr id="35" name="Oval 34">
              <a:extLst>
                <a:ext uri="{FF2B5EF4-FFF2-40B4-BE49-F238E27FC236}">
                  <a16:creationId xmlns:a16="http://schemas.microsoft.com/office/drawing/2014/main" id="{EC5FBD3C-9159-A44B-92F5-12D97CEF0EB7}"/>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45" name="TextBox 44">
              <a:extLst>
                <a:ext uri="{FF2B5EF4-FFF2-40B4-BE49-F238E27FC236}">
                  <a16:creationId xmlns:a16="http://schemas.microsoft.com/office/drawing/2014/main" id="{E54DE5E9-61CE-DE24-C041-1332538A5EAA}"/>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3</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60" name="Group 59">
            <a:extLst>
              <a:ext uri="{FF2B5EF4-FFF2-40B4-BE49-F238E27FC236}">
                <a16:creationId xmlns:a16="http://schemas.microsoft.com/office/drawing/2014/main" id="{3E2571D6-39A0-8F91-DDEB-A92433C421B9}"/>
              </a:ext>
            </a:extLst>
          </p:cNvPr>
          <p:cNvGrpSpPr/>
          <p:nvPr/>
        </p:nvGrpSpPr>
        <p:grpSpPr>
          <a:xfrm>
            <a:off x="4547717" y="3138446"/>
            <a:ext cx="524996" cy="485596"/>
            <a:chOff x="3052002" y="4920538"/>
            <a:chExt cx="641376" cy="608400"/>
          </a:xfrm>
        </p:grpSpPr>
        <p:sp>
          <p:nvSpPr>
            <p:cNvPr id="61" name="Oval 60">
              <a:extLst>
                <a:ext uri="{FF2B5EF4-FFF2-40B4-BE49-F238E27FC236}">
                  <a16:creationId xmlns:a16="http://schemas.microsoft.com/office/drawing/2014/main" id="{37C26C27-8BDB-C657-1070-B5D7FA4DBA8E}"/>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62" name="TextBox 61">
              <a:extLst>
                <a:ext uri="{FF2B5EF4-FFF2-40B4-BE49-F238E27FC236}">
                  <a16:creationId xmlns:a16="http://schemas.microsoft.com/office/drawing/2014/main" id="{4AEB67DD-3C13-2AE0-580E-CB8BDB72D2EB}"/>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4</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66" name="Group 65">
            <a:extLst>
              <a:ext uri="{FF2B5EF4-FFF2-40B4-BE49-F238E27FC236}">
                <a16:creationId xmlns:a16="http://schemas.microsoft.com/office/drawing/2014/main" id="{0D70123A-A56A-2582-785B-164FB5887499}"/>
              </a:ext>
            </a:extLst>
          </p:cNvPr>
          <p:cNvGrpSpPr/>
          <p:nvPr/>
        </p:nvGrpSpPr>
        <p:grpSpPr>
          <a:xfrm>
            <a:off x="7336733" y="3082830"/>
            <a:ext cx="524996" cy="485596"/>
            <a:chOff x="3052002" y="4920538"/>
            <a:chExt cx="641376" cy="608400"/>
          </a:xfrm>
        </p:grpSpPr>
        <p:sp>
          <p:nvSpPr>
            <p:cNvPr id="68" name="Oval 67">
              <a:extLst>
                <a:ext uri="{FF2B5EF4-FFF2-40B4-BE49-F238E27FC236}">
                  <a16:creationId xmlns:a16="http://schemas.microsoft.com/office/drawing/2014/main" id="{6AB5EAC1-6C9B-D550-9297-6615B2402D56}"/>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69" name="TextBox 68">
              <a:extLst>
                <a:ext uri="{FF2B5EF4-FFF2-40B4-BE49-F238E27FC236}">
                  <a16:creationId xmlns:a16="http://schemas.microsoft.com/office/drawing/2014/main" id="{327F9D2B-C89A-42C8-FED1-8E8728E3E0CB}"/>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5</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70" name="Group 69">
            <a:extLst>
              <a:ext uri="{FF2B5EF4-FFF2-40B4-BE49-F238E27FC236}">
                <a16:creationId xmlns:a16="http://schemas.microsoft.com/office/drawing/2014/main" id="{CC044C44-7C20-B39D-ABF5-67FAEA3C5178}"/>
              </a:ext>
            </a:extLst>
          </p:cNvPr>
          <p:cNvGrpSpPr/>
          <p:nvPr/>
        </p:nvGrpSpPr>
        <p:grpSpPr>
          <a:xfrm>
            <a:off x="1528850" y="4087830"/>
            <a:ext cx="524996" cy="485596"/>
            <a:chOff x="3052002" y="4920538"/>
            <a:chExt cx="641376" cy="608400"/>
          </a:xfrm>
        </p:grpSpPr>
        <p:sp>
          <p:nvSpPr>
            <p:cNvPr id="74" name="Oval 73">
              <a:extLst>
                <a:ext uri="{FF2B5EF4-FFF2-40B4-BE49-F238E27FC236}">
                  <a16:creationId xmlns:a16="http://schemas.microsoft.com/office/drawing/2014/main" id="{C13AD294-A2EA-F4B4-0108-056B4047F280}"/>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77" name="TextBox 76">
              <a:extLst>
                <a:ext uri="{FF2B5EF4-FFF2-40B4-BE49-F238E27FC236}">
                  <a16:creationId xmlns:a16="http://schemas.microsoft.com/office/drawing/2014/main" id="{7BA15507-42A2-9ECE-8F1C-8A0A250C47C3}"/>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6</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88" name="Group 87">
            <a:extLst>
              <a:ext uri="{FF2B5EF4-FFF2-40B4-BE49-F238E27FC236}">
                <a16:creationId xmlns:a16="http://schemas.microsoft.com/office/drawing/2014/main" id="{B061DB30-2A04-6185-646A-B36A5281FD22}"/>
              </a:ext>
            </a:extLst>
          </p:cNvPr>
          <p:cNvGrpSpPr/>
          <p:nvPr/>
        </p:nvGrpSpPr>
        <p:grpSpPr>
          <a:xfrm>
            <a:off x="4538662" y="4202904"/>
            <a:ext cx="524996" cy="485596"/>
            <a:chOff x="3052002" y="4920538"/>
            <a:chExt cx="641376" cy="608400"/>
          </a:xfrm>
        </p:grpSpPr>
        <p:sp>
          <p:nvSpPr>
            <p:cNvPr id="89" name="Oval 88">
              <a:extLst>
                <a:ext uri="{FF2B5EF4-FFF2-40B4-BE49-F238E27FC236}">
                  <a16:creationId xmlns:a16="http://schemas.microsoft.com/office/drawing/2014/main" id="{04CE624A-B5A0-5629-9CC5-3D57505E2222}"/>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91" name="TextBox 90">
              <a:extLst>
                <a:ext uri="{FF2B5EF4-FFF2-40B4-BE49-F238E27FC236}">
                  <a16:creationId xmlns:a16="http://schemas.microsoft.com/office/drawing/2014/main" id="{F0E9FF00-6A67-A78E-C457-035616200AF5}"/>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7</a:t>
              </a:r>
              <a:endParaRPr lang="ar-SA" sz="2400" dirty="0">
                <a:solidFill>
                  <a:srgbClr val="F2E8D9"/>
                </a:solidFill>
                <a:latin typeface="Arial" panose="020B0604020202020204" pitchFamily="34" charset="0"/>
                <a:cs typeface="Arial" panose="020B0604020202020204" pitchFamily="34" charset="0"/>
              </a:endParaRPr>
            </a:p>
          </p:txBody>
        </p:sp>
      </p:grpSp>
      <p:grpSp>
        <p:nvGrpSpPr>
          <p:cNvPr id="109" name="Group 108">
            <a:extLst>
              <a:ext uri="{FF2B5EF4-FFF2-40B4-BE49-F238E27FC236}">
                <a16:creationId xmlns:a16="http://schemas.microsoft.com/office/drawing/2014/main" id="{2C591046-C25B-CF04-2F26-9FF038A39E02}"/>
              </a:ext>
            </a:extLst>
          </p:cNvPr>
          <p:cNvGrpSpPr/>
          <p:nvPr/>
        </p:nvGrpSpPr>
        <p:grpSpPr>
          <a:xfrm>
            <a:off x="6839735" y="4133193"/>
            <a:ext cx="524996" cy="485596"/>
            <a:chOff x="3052002" y="4920538"/>
            <a:chExt cx="641376" cy="608400"/>
          </a:xfrm>
        </p:grpSpPr>
        <p:sp>
          <p:nvSpPr>
            <p:cNvPr id="110" name="Oval 109">
              <a:extLst>
                <a:ext uri="{FF2B5EF4-FFF2-40B4-BE49-F238E27FC236}">
                  <a16:creationId xmlns:a16="http://schemas.microsoft.com/office/drawing/2014/main" id="{11EAFB0C-6691-EE92-5BD4-7A210F2AE5DF}"/>
                </a:ext>
              </a:extLst>
            </p:cNvPr>
            <p:cNvSpPr>
              <a:spLocks noChangeAspect="1"/>
            </p:cNvSpPr>
            <p:nvPr/>
          </p:nvSpPr>
          <p:spPr>
            <a:xfrm>
              <a:off x="3069012" y="4920538"/>
              <a:ext cx="608400" cy="608400"/>
            </a:xfrm>
            <a:prstGeom prst="ellipse">
              <a:avLst/>
            </a:prstGeom>
            <a:solidFill>
              <a:srgbClr val="5E312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dirty="0"/>
            </a:p>
          </p:txBody>
        </p:sp>
        <p:sp>
          <p:nvSpPr>
            <p:cNvPr id="111" name="TextBox 110">
              <a:extLst>
                <a:ext uri="{FF2B5EF4-FFF2-40B4-BE49-F238E27FC236}">
                  <a16:creationId xmlns:a16="http://schemas.microsoft.com/office/drawing/2014/main" id="{EB7658C4-CD9E-5FB9-6ACC-3215EF72D2F5}"/>
                </a:ext>
              </a:extLst>
            </p:cNvPr>
            <p:cNvSpPr txBox="1"/>
            <p:nvPr/>
          </p:nvSpPr>
          <p:spPr>
            <a:xfrm flipH="1">
              <a:off x="3052002" y="4933987"/>
              <a:ext cx="641376" cy="580944"/>
            </a:xfrm>
            <a:prstGeom prst="rect">
              <a:avLst/>
            </a:prstGeom>
            <a:noFill/>
          </p:spPr>
          <p:txBody>
            <a:bodyPr wrap="square" rtlCol="1">
              <a:spAutoFit/>
            </a:bodyPr>
            <a:lstStyle/>
            <a:p>
              <a:pPr algn="ctr"/>
              <a:r>
                <a:rPr lang="en-US" sz="2400" dirty="0">
                  <a:solidFill>
                    <a:srgbClr val="F2E8D9"/>
                  </a:solidFill>
                  <a:latin typeface="Arial" panose="020B0604020202020204" pitchFamily="34" charset="0"/>
                  <a:cs typeface="Arial" panose="020B0604020202020204" pitchFamily="34" charset="0"/>
                </a:rPr>
                <a:t>8</a:t>
              </a:r>
              <a:endParaRPr lang="ar-SA" sz="2400" dirty="0">
                <a:solidFill>
                  <a:srgbClr val="F2E8D9"/>
                </a:solidFill>
                <a:latin typeface="Arial" panose="020B0604020202020204" pitchFamily="34" charset="0"/>
                <a:cs typeface="Arial" panose="020B0604020202020204" pitchFamily="34" charset="0"/>
              </a:endParaRPr>
            </a:p>
          </p:txBody>
        </p:sp>
      </p:grpSp>
      <p:sp>
        <p:nvSpPr>
          <p:cNvPr id="113" name="Google Shape;370;p12">
            <a:extLst>
              <a:ext uri="{FF2B5EF4-FFF2-40B4-BE49-F238E27FC236}">
                <a16:creationId xmlns:a16="http://schemas.microsoft.com/office/drawing/2014/main" id="{0628C22B-1530-7E13-EA76-2D654330107D}"/>
              </a:ext>
            </a:extLst>
          </p:cNvPr>
          <p:cNvSpPr/>
          <p:nvPr/>
        </p:nvSpPr>
        <p:spPr>
          <a:xfrm>
            <a:off x="1702796" y="1800508"/>
            <a:ext cx="1528205" cy="30773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400" dirty="0">
                <a:solidFill>
                  <a:srgbClr val="0F3353"/>
                </a:solidFill>
                <a:latin typeface="Calibri"/>
                <a:ea typeface="Calibri"/>
                <a:sym typeface="Calibri"/>
              </a:rPr>
              <a:t>Taajeel Fees</a:t>
            </a:r>
            <a:endParaRPr dirty="0">
              <a:solidFill>
                <a:srgbClr val="0F3353"/>
              </a:solidFill>
            </a:endParaRPr>
          </a:p>
        </p:txBody>
      </p:sp>
    </p:spTree>
    <p:extLst>
      <p:ext uri="{BB962C8B-B14F-4D97-AF65-F5344CB8AC3E}">
        <p14:creationId xmlns:p14="http://schemas.microsoft.com/office/powerpoint/2010/main" val="6773138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61B2F-FDC4-1F26-445F-FEA2EEEB06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3792E9-3483-626D-8CD2-80B5F9B8AE70}"/>
              </a:ext>
            </a:extLst>
          </p:cNvPr>
          <p:cNvSpPr>
            <a:spLocks noGrp="1"/>
          </p:cNvSpPr>
          <p:nvPr>
            <p:ph type="title"/>
          </p:nvPr>
        </p:nvSpPr>
        <p:spPr>
          <a:xfrm>
            <a:off x="40451" y="51162"/>
            <a:ext cx="8194876" cy="487927"/>
          </a:xfrm>
        </p:spPr>
        <p:txBody>
          <a:bodyPr>
            <a:normAutofit/>
          </a:bodyPr>
          <a:lstStyle/>
          <a:p>
            <a:r>
              <a:rPr lang="en-US" sz="2400" dirty="0"/>
              <a:t>The Government fees:</a:t>
            </a:r>
          </a:p>
        </p:txBody>
      </p:sp>
      <p:sp>
        <p:nvSpPr>
          <p:cNvPr id="4" name="Slide Number Placeholder 3">
            <a:extLst>
              <a:ext uri="{FF2B5EF4-FFF2-40B4-BE49-F238E27FC236}">
                <a16:creationId xmlns:a16="http://schemas.microsoft.com/office/drawing/2014/main" id="{D59A3B85-2936-996C-7882-4375861E97AD}"/>
              </a:ext>
            </a:extLst>
          </p:cNvPr>
          <p:cNvSpPr>
            <a:spLocks noGrp="1"/>
          </p:cNvSpPr>
          <p:nvPr>
            <p:ph type="sldNum" sz="quarter" idx="11"/>
          </p:nvPr>
        </p:nvSpPr>
        <p:spPr/>
        <p:txBody>
          <a:bodyPr/>
          <a:lstStyle/>
          <a:p>
            <a:fld id="{A29190EB-7945-4811-B3CB-0217A9F45703}" type="slidenum">
              <a:rPr lang="en-US" smtClean="0"/>
              <a:pPr/>
              <a:t>25</a:t>
            </a:fld>
            <a:endParaRPr lang="en-US" dirty="0"/>
          </a:p>
        </p:txBody>
      </p:sp>
      <p:sp>
        <p:nvSpPr>
          <p:cNvPr id="10" name="Rectangle 45">
            <a:extLst>
              <a:ext uri="{FF2B5EF4-FFF2-40B4-BE49-F238E27FC236}">
                <a16:creationId xmlns:a16="http://schemas.microsoft.com/office/drawing/2014/main" id="{5E8B6D90-3DB2-5D64-3446-CD211BE3ABE7}"/>
              </a:ext>
            </a:extLst>
          </p:cNvPr>
          <p:cNvSpPr/>
          <p:nvPr/>
        </p:nvSpPr>
        <p:spPr>
          <a:xfrm>
            <a:off x="1402749" y="2873355"/>
            <a:ext cx="3113361" cy="846386"/>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000" dirty="0">
                <a:solidFill>
                  <a:srgbClr val="0F3353"/>
                </a:solidFill>
                <a:cs typeface="DIN NEXT™ ARABIC LIGHT" panose="020B0303020203050203" pitchFamily="34" charset="-78"/>
              </a:rPr>
              <a:t>1,775</a:t>
            </a:r>
            <a:endParaRPr kumimoji="0" lang="en-US" sz="1400" b="0" i="0" u="none" strike="noStrike" kern="1200" cap="none" spc="0" normalizeH="0" baseline="0" noProof="0" dirty="0">
              <a:ln>
                <a:noFill/>
              </a:ln>
              <a:solidFill>
                <a:srgbClr val="0F3353"/>
              </a:solidFill>
              <a:effectLst/>
              <a:uLnTx/>
              <a:uFillTx/>
              <a:cs typeface="DIN NEXT™ ARABIC LIGHT" panose="020B0303020203050203" pitchFamily="34" charset="-7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F3353"/>
                </a:solidFill>
                <a:effectLst/>
                <a:uLnTx/>
                <a:uFillTx/>
                <a:cs typeface="Andalus"/>
              </a:rPr>
              <a:t>for the first year, then </a:t>
            </a:r>
            <a:r>
              <a:rPr lang="en-US" sz="900" dirty="0">
                <a:solidFill>
                  <a:srgbClr val="0F3353"/>
                </a:solidFill>
                <a:cs typeface="Andalus"/>
              </a:rPr>
              <a:t>2,165</a:t>
            </a:r>
            <a:r>
              <a:rPr kumimoji="0" lang="en-US" sz="900" b="0" i="0" u="none" strike="noStrike" kern="1200" cap="none" spc="0" normalizeH="0" baseline="0" noProof="0" dirty="0">
                <a:ln>
                  <a:noFill/>
                </a:ln>
                <a:solidFill>
                  <a:srgbClr val="0F3353"/>
                </a:solidFill>
                <a:effectLst/>
                <a:uLnTx/>
                <a:uFillTx/>
                <a:cs typeface="Andalus"/>
              </a:rPr>
              <a:t>  for</a:t>
            </a:r>
            <a:r>
              <a:rPr kumimoji="0" lang="en-US" sz="900" b="0" i="0" u="none" strike="noStrike" kern="1200" cap="none" spc="0" normalizeH="0" noProof="0" dirty="0">
                <a:ln>
                  <a:noFill/>
                </a:ln>
                <a:solidFill>
                  <a:srgbClr val="0F3353"/>
                </a:solidFill>
                <a:effectLst/>
                <a:uLnTx/>
                <a:uFillTx/>
                <a:cs typeface="Andalus"/>
              </a:rPr>
              <a:t> </a:t>
            </a:r>
            <a:r>
              <a:rPr kumimoji="0" lang="en-US" sz="900" b="0" i="0" u="none" strike="noStrike" kern="1200" cap="none" spc="0" normalizeH="0" baseline="0" noProof="0" dirty="0">
                <a:ln>
                  <a:noFill/>
                </a:ln>
                <a:solidFill>
                  <a:srgbClr val="0F3353"/>
                </a:solidFill>
                <a:effectLst/>
                <a:uLnTx/>
                <a:uFillTx/>
                <a:cs typeface="Andalus"/>
              </a:rPr>
              <a:t>the renewal fees.</a:t>
            </a:r>
            <a:endParaRPr kumimoji="0" lang="ar-SA" sz="900" b="0" i="0" u="none" strike="noStrike" kern="1200" cap="none" spc="0" normalizeH="0" baseline="0" noProof="0" dirty="0">
              <a:ln>
                <a:noFill/>
              </a:ln>
              <a:solidFill>
                <a:srgbClr val="0F3353"/>
              </a:solidFill>
              <a:effectLst/>
              <a:uLnTx/>
              <a:uFillTx/>
              <a:cs typeface="Aldhabi" panose="01000000000000000000" pitchFamily="2" charset="-78"/>
            </a:endParaRPr>
          </a:p>
        </p:txBody>
      </p:sp>
      <p:pic>
        <p:nvPicPr>
          <p:cNvPr id="33" name="صورة 15">
            <a:extLst>
              <a:ext uri="{FF2B5EF4-FFF2-40B4-BE49-F238E27FC236}">
                <a16:creationId xmlns:a16="http://schemas.microsoft.com/office/drawing/2014/main" id="{1DCE89CB-F844-1CD7-BC4E-883B07D1304B}"/>
              </a:ext>
            </a:extLst>
          </p:cNvPr>
          <p:cNvPicPr>
            <a:picLocks noChangeAspect="1"/>
          </p:cNvPicPr>
          <p:nvPr/>
        </p:nvPicPr>
        <p:blipFill>
          <a:blip r:embed="rId3" cstate="print">
            <a:clrChange>
              <a:clrFrom>
                <a:srgbClr val="000000">
                  <a:alpha val="0"/>
                </a:srgbClr>
              </a:clrFrom>
              <a:clrTo>
                <a:srgbClr val="000000">
                  <a:alpha val="0"/>
                </a:srgbClr>
              </a:clrTo>
            </a:clrChange>
            <a:duotone>
              <a:schemeClr val="accent5">
                <a:shade val="45000"/>
                <a:satMod val="135000"/>
              </a:schemeClr>
              <a:prstClr val="white"/>
            </a:duotone>
            <a:extLst>
              <a:ext uri="{28A0092B-C50C-407E-A947-70E740481C1C}">
                <a14:useLocalDpi xmlns:a14="http://schemas.microsoft.com/office/drawing/2010/main" val="0"/>
              </a:ext>
            </a:extLst>
          </a:blip>
          <a:stretch>
            <a:fillRect/>
          </a:stretch>
        </p:blipFill>
        <p:spPr>
          <a:xfrm>
            <a:off x="339925" y="746707"/>
            <a:ext cx="504921" cy="498277"/>
          </a:xfrm>
          <a:prstGeom prst="rect">
            <a:avLst/>
          </a:prstGeom>
        </p:spPr>
      </p:pic>
      <p:sp>
        <p:nvSpPr>
          <p:cNvPr id="36" name="Rectangle 35">
            <a:extLst>
              <a:ext uri="{FF2B5EF4-FFF2-40B4-BE49-F238E27FC236}">
                <a16:creationId xmlns:a16="http://schemas.microsoft.com/office/drawing/2014/main" id="{2460DA9B-B81C-8F40-CD2C-2E7B62009C73}"/>
              </a:ext>
            </a:extLst>
          </p:cNvPr>
          <p:cNvSpPr/>
          <p:nvPr/>
        </p:nvSpPr>
        <p:spPr>
          <a:xfrm>
            <a:off x="-1" y="1176176"/>
            <a:ext cx="1362853"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206835"/>
                </a:solidFill>
                <a:effectLst/>
                <a:uLnTx/>
                <a:uFillTx/>
                <a:ea typeface="+mn-ea"/>
                <a:cs typeface="+mj-cs"/>
              </a:rPr>
              <a:t>Setup foreign company </a:t>
            </a:r>
          </a:p>
        </p:txBody>
      </p:sp>
      <p:pic>
        <p:nvPicPr>
          <p:cNvPr id="46" name="Picture 2" descr="ÙØªÙØ¬Ø© Ø¨Ø­Ø« Ø§ÙØµÙØ± Ø¹Ù ØºØ±ÙØ© Ø§ÙØ±ÙØ§Ø¶">
            <a:extLst>
              <a:ext uri="{FF2B5EF4-FFF2-40B4-BE49-F238E27FC236}">
                <a16:creationId xmlns:a16="http://schemas.microsoft.com/office/drawing/2014/main" id="{F64BFE63-418A-EA8B-1742-DF331AD02DE8}"/>
              </a:ext>
            </a:extLst>
          </p:cNvPr>
          <p:cNvPicPr>
            <a:picLocks noChangeAspect="1" noChangeArrowheads="1"/>
          </p:cNvPicPr>
          <p:nvPr/>
        </p:nvPicPr>
        <p:blipFill>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62872" y="6144198"/>
            <a:ext cx="994544" cy="667869"/>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descr="مقيم , خدمة مقيم , اشتراك مقيم , 920001102 - نموذج مقيم">
            <a:extLst>
              <a:ext uri="{FF2B5EF4-FFF2-40B4-BE49-F238E27FC236}">
                <a16:creationId xmlns:a16="http://schemas.microsoft.com/office/drawing/2014/main" id="{11D63B47-1710-5585-5E2B-23D285AE4BB6}"/>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13861" t="1756" r="7726" b="7217"/>
          <a:stretch/>
        </p:blipFill>
        <p:spPr bwMode="auto">
          <a:xfrm>
            <a:off x="99744" y="5301055"/>
            <a:ext cx="927906" cy="635525"/>
          </a:xfrm>
          <a:prstGeom prst="rect">
            <a:avLst/>
          </a:prstGeom>
          <a:noFill/>
          <a:extLst>
            <a:ext uri="{909E8E84-426E-40DD-AFC4-6F175D3DCCD1}">
              <a14:hiddenFill xmlns:a14="http://schemas.microsoft.com/office/drawing/2010/main">
                <a:solidFill>
                  <a:srgbClr val="FFFFFF"/>
                </a:solidFill>
              </a14:hiddenFill>
            </a:ext>
          </a:extLst>
        </p:spPr>
      </p:pic>
      <p:pic>
        <p:nvPicPr>
          <p:cNvPr id="53" name="Picture 4" descr="الرئيسية | قوى">
            <a:extLst>
              <a:ext uri="{FF2B5EF4-FFF2-40B4-BE49-F238E27FC236}">
                <a16:creationId xmlns:a16="http://schemas.microsoft.com/office/drawing/2014/main" id="{2E146B5C-15C0-5BFB-537F-660F22842E7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129511" y="4136353"/>
            <a:ext cx="927905" cy="822964"/>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Connector 36">
            <a:extLst>
              <a:ext uri="{FF2B5EF4-FFF2-40B4-BE49-F238E27FC236}">
                <a16:creationId xmlns:a16="http://schemas.microsoft.com/office/drawing/2014/main" id="{FAAD0B32-17FB-68D9-0CE9-013700EE537F}"/>
              </a:ext>
            </a:extLst>
          </p:cNvPr>
          <p:cNvCxnSpPr>
            <a:cxnSpLocks/>
          </p:cNvCxnSpPr>
          <p:nvPr/>
        </p:nvCxnSpPr>
        <p:spPr>
          <a:xfrm>
            <a:off x="1170916" y="3974772"/>
            <a:ext cx="0" cy="961395"/>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60" name="Rectangle 45">
            <a:extLst>
              <a:ext uri="{FF2B5EF4-FFF2-40B4-BE49-F238E27FC236}">
                <a16:creationId xmlns:a16="http://schemas.microsoft.com/office/drawing/2014/main" id="{ED1D1D2A-091A-0BFA-BBE3-2C7A17EE2FBA}"/>
              </a:ext>
            </a:extLst>
          </p:cNvPr>
          <p:cNvSpPr/>
          <p:nvPr/>
        </p:nvSpPr>
        <p:spPr>
          <a:xfrm>
            <a:off x="1454141" y="4046212"/>
            <a:ext cx="2683748" cy="846386"/>
          </a:xfrm>
          <a:prstGeom prst="rect">
            <a:avLst/>
          </a:prstGeom>
        </p:spPr>
        <p:txBody>
          <a:bodyPr wrap="non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000" dirty="0">
                <a:solidFill>
                  <a:srgbClr val="0F3353"/>
                </a:solidFill>
                <a:cs typeface="DIN NEXT™ ARABIC LIGHT" panose="020B0303020203050203" pitchFamily="34" charset="-78"/>
              </a:rPr>
              <a:t>1,265</a:t>
            </a:r>
            <a:endParaRPr kumimoji="0" lang="en-US" sz="1400" b="0" i="0" u="none" strike="noStrike" kern="1200" cap="none" spc="0" normalizeH="0" baseline="0" noProof="0" dirty="0">
              <a:ln>
                <a:noFill/>
              </a:ln>
              <a:solidFill>
                <a:srgbClr val="0F3353"/>
              </a:solidFill>
              <a:effectLst/>
              <a:uLnTx/>
              <a:uFillTx/>
              <a:cs typeface="DIN NEXT™ ARABIC LIGHT" panose="020B0303020203050203" pitchFamily="34" charset="-7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F3353"/>
                </a:solidFill>
                <a:effectLst/>
                <a:uLnTx/>
                <a:uFillTx/>
                <a:cs typeface="Andalus"/>
              </a:rPr>
              <a:t>Subscription fees QIWA platform for a year</a:t>
            </a:r>
            <a:endParaRPr kumimoji="0" lang="ar-SA" sz="900" b="0" i="0" u="none" strike="noStrike" kern="1200" cap="none" spc="0" normalizeH="0" baseline="0" noProof="0" dirty="0">
              <a:ln>
                <a:noFill/>
              </a:ln>
              <a:solidFill>
                <a:srgbClr val="0F3353"/>
              </a:solidFill>
              <a:effectLst/>
              <a:uLnTx/>
              <a:uFillTx/>
              <a:cs typeface="Aldhabi" panose="01000000000000000000" pitchFamily="2" charset="-78"/>
            </a:endParaRPr>
          </a:p>
        </p:txBody>
      </p:sp>
      <p:cxnSp>
        <p:nvCxnSpPr>
          <p:cNvPr id="62" name="Straight Connector 36">
            <a:extLst>
              <a:ext uri="{FF2B5EF4-FFF2-40B4-BE49-F238E27FC236}">
                <a16:creationId xmlns:a16="http://schemas.microsoft.com/office/drawing/2014/main" id="{2EAD1DB3-AA8C-54D7-428E-C2134244C1EF}"/>
              </a:ext>
            </a:extLst>
          </p:cNvPr>
          <p:cNvCxnSpPr>
            <a:cxnSpLocks/>
          </p:cNvCxnSpPr>
          <p:nvPr/>
        </p:nvCxnSpPr>
        <p:spPr>
          <a:xfrm>
            <a:off x="1168352" y="5138266"/>
            <a:ext cx="0" cy="857648"/>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63" name="Rectangle 45">
            <a:extLst>
              <a:ext uri="{FF2B5EF4-FFF2-40B4-BE49-F238E27FC236}">
                <a16:creationId xmlns:a16="http://schemas.microsoft.com/office/drawing/2014/main" id="{35ED75E2-506F-0F78-B0C9-EE821752F4D2}"/>
              </a:ext>
            </a:extLst>
          </p:cNvPr>
          <p:cNvSpPr/>
          <p:nvPr/>
        </p:nvSpPr>
        <p:spPr>
          <a:xfrm>
            <a:off x="1468604" y="5014203"/>
            <a:ext cx="1630575" cy="769441"/>
          </a:xfrm>
          <a:prstGeom prst="rect">
            <a:avLst/>
          </a:prstGeom>
        </p:spPr>
        <p:txBody>
          <a:bodyPr wrap="non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400" dirty="0">
                <a:solidFill>
                  <a:srgbClr val="0F3353"/>
                </a:solidFill>
                <a:cs typeface="DIN NEXT™ ARABIC LIGHT" panose="020B0303020203050203" pitchFamily="34" charset="-78"/>
              </a:rPr>
              <a:t>1,840</a:t>
            </a:r>
            <a:endParaRPr kumimoji="0" lang="en-US" sz="1600" b="0" i="0" u="none" strike="noStrike" kern="1200" cap="none" spc="0" normalizeH="0" baseline="0" noProof="0" dirty="0">
              <a:ln>
                <a:noFill/>
              </a:ln>
              <a:solidFill>
                <a:srgbClr val="0F3353"/>
              </a:solidFill>
              <a:effectLst/>
              <a:uLnTx/>
              <a:uFillTx/>
              <a:cs typeface="DIN NEXT™ ARABIC LIGHT" panose="020B0303020203050203" pitchFamily="34" charset="-78"/>
            </a:endParaRPr>
          </a:p>
        </p:txBody>
      </p:sp>
      <p:sp>
        <p:nvSpPr>
          <p:cNvPr id="64" name="TextBox 63">
            <a:extLst>
              <a:ext uri="{FF2B5EF4-FFF2-40B4-BE49-F238E27FC236}">
                <a16:creationId xmlns:a16="http://schemas.microsoft.com/office/drawing/2014/main" id="{0CA79B7C-A68B-EA6A-67CF-BC7996B08B98}"/>
              </a:ext>
            </a:extLst>
          </p:cNvPr>
          <p:cNvSpPr txBox="1"/>
          <p:nvPr/>
        </p:nvSpPr>
        <p:spPr>
          <a:xfrm>
            <a:off x="1168352" y="5659581"/>
            <a:ext cx="4745300" cy="400110"/>
          </a:xfrm>
          <a:prstGeom prst="rect">
            <a:avLst/>
          </a:prstGeom>
          <a:noFill/>
        </p:spPr>
        <p:txBody>
          <a:bodyPr wrap="square">
            <a:spAutoFit/>
          </a:bodyPr>
          <a:lstStyle/>
          <a:p>
            <a:pPr algn="just">
              <a:buClr>
                <a:schemeClr val="tx1">
                  <a:lumMod val="50000"/>
                  <a:lumOff val="50000"/>
                </a:schemeClr>
              </a:buClr>
            </a:pPr>
            <a:r>
              <a:rPr lang="en-US" sz="1000" dirty="0">
                <a:solidFill>
                  <a:srgbClr val="0F3353"/>
                </a:solidFill>
              </a:rPr>
              <a:t>1,265 Subscription fees to the Muqeem platform for a year, 575 Charging fees for 2,500 points on the Muqeem platform.</a:t>
            </a:r>
          </a:p>
        </p:txBody>
      </p:sp>
      <p:sp>
        <p:nvSpPr>
          <p:cNvPr id="65" name="Rectangle 45">
            <a:extLst>
              <a:ext uri="{FF2B5EF4-FFF2-40B4-BE49-F238E27FC236}">
                <a16:creationId xmlns:a16="http://schemas.microsoft.com/office/drawing/2014/main" id="{AADD8479-D78C-0379-77CC-6F19EEDF07C1}"/>
              </a:ext>
            </a:extLst>
          </p:cNvPr>
          <p:cNvSpPr/>
          <p:nvPr/>
        </p:nvSpPr>
        <p:spPr>
          <a:xfrm>
            <a:off x="1580849" y="631067"/>
            <a:ext cx="4316359" cy="861774"/>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000" dirty="0">
                <a:solidFill>
                  <a:srgbClr val="0F3353"/>
                </a:solidFill>
                <a:latin typeface="+mj-lt"/>
                <a:cs typeface="Arial" panose="020B0604020202020204" pitchFamily="34" charset="0"/>
              </a:rPr>
              <a:t>5,230*</a:t>
            </a:r>
            <a:endParaRPr kumimoji="0" lang="en-US" sz="1600" b="0" i="0" u="none" strike="noStrike" kern="1200" cap="none" spc="0" normalizeH="0" baseline="0" noProof="0" dirty="0">
              <a:ln>
                <a:noFill/>
              </a:ln>
              <a:solidFill>
                <a:srgbClr val="0F3353"/>
              </a:solidFill>
              <a:effectLst/>
              <a:uLnTx/>
              <a:uFillTx/>
              <a:latin typeface="+mj-lt"/>
              <a:cs typeface="DIN NEXT™ ARABIC LIGHT" panose="020B0303020203050203" pitchFamily="34" charset="-78"/>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F3353"/>
                </a:solidFill>
                <a:effectLst/>
                <a:uLnTx/>
                <a:uFillTx/>
                <a:cs typeface="Andalus"/>
              </a:rPr>
              <a:t>for the first year. </a:t>
            </a:r>
            <a:endParaRPr kumimoji="0" lang="ar-SA" sz="1000" b="0" i="0" u="none" strike="noStrike" kern="1200" cap="none" spc="0" normalizeH="0" baseline="0" noProof="0" dirty="0">
              <a:ln>
                <a:noFill/>
              </a:ln>
              <a:solidFill>
                <a:srgbClr val="0F3353"/>
              </a:solidFill>
              <a:effectLst/>
              <a:uLnTx/>
              <a:uFillTx/>
              <a:cs typeface="Aldhabi" panose="01000000000000000000" pitchFamily="2" charset="-78"/>
            </a:endParaRPr>
          </a:p>
        </p:txBody>
      </p:sp>
      <p:sp>
        <p:nvSpPr>
          <p:cNvPr id="66" name="مستطيل 4">
            <a:extLst>
              <a:ext uri="{FF2B5EF4-FFF2-40B4-BE49-F238E27FC236}">
                <a16:creationId xmlns:a16="http://schemas.microsoft.com/office/drawing/2014/main" id="{A04B0443-23AF-EA53-5ED9-8D3C18284865}"/>
              </a:ext>
            </a:extLst>
          </p:cNvPr>
          <p:cNvSpPr/>
          <p:nvPr/>
        </p:nvSpPr>
        <p:spPr>
          <a:xfrm>
            <a:off x="74778" y="380244"/>
            <a:ext cx="6915504" cy="276999"/>
          </a:xfrm>
          <a:prstGeom prst="rect">
            <a:avLst/>
          </a:prstGeom>
        </p:spPr>
        <p:txBody>
          <a:bodyPr wrap="square">
            <a:spAutoFit/>
          </a:bodyPr>
          <a:lstStyle/>
          <a:p>
            <a:r>
              <a:rPr lang="en-US" sz="1200" dirty="0">
                <a:solidFill>
                  <a:srgbClr val="0F3353"/>
                </a:solidFill>
              </a:rPr>
              <a:t>The is the estimated government fees: </a:t>
            </a:r>
          </a:p>
        </p:txBody>
      </p:sp>
      <p:sp>
        <p:nvSpPr>
          <p:cNvPr id="69" name="Rectangle 45">
            <a:extLst>
              <a:ext uri="{FF2B5EF4-FFF2-40B4-BE49-F238E27FC236}">
                <a16:creationId xmlns:a16="http://schemas.microsoft.com/office/drawing/2014/main" id="{59574092-4EDD-3C35-4EC1-96431D49015B}"/>
              </a:ext>
            </a:extLst>
          </p:cNvPr>
          <p:cNvSpPr/>
          <p:nvPr/>
        </p:nvSpPr>
        <p:spPr>
          <a:xfrm>
            <a:off x="7937185" y="1667860"/>
            <a:ext cx="4194096" cy="1231106"/>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dirty="0">
                <a:ln>
                  <a:noFill/>
                </a:ln>
                <a:solidFill>
                  <a:srgbClr val="0F3353"/>
                </a:solidFill>
                <a:effectLst/>
                <a:uLnTx/>
                <a:uFillTx/>
                <a:latin typeface="+mj-lt"/>
                <a:cs typeface="DIN NEXT™ ARABIC LIGHT" panose="020B0303020203050203" pitchFamily="34" charset="-78"/>
              </a:rPr>
              <a:t>  14,750</a:t>
            </a:r>
            <a:r>
              <a:rPr kumimoji="0" lang="en-US" sz="1600" b="0" i="0" u="none" strike="noStrike" kern="1200" cap="none" spc="0" normalizeH="0" baseline="0" noProof="0" dirty="0">
                <a:ln>
                  <a:noFill/>
                </a:ln>
                <a:solidFill>
                  <a:srgbClr val="0F3353"/>
                </a:solidFill>
                <a:effectLst/>
                <a:uLnTx/>
                <a:uFillTx/>
                <a:latin typeface="+mj-lt"/>
                <a:cs typeface="DIN NEXT™ ARABIC LIGHT" panose="020B0303020203050203" pitchFamily="34" charset="-78"/>
              </a:rPr>
              <a:t>/ Year/Person</a:t>
            </a:r>
          </a:p>
          <a:p>
            <a:pPr lvl="0" rtl="1">
              <a:defRPr/>
            </a:pPr>
            <a:r>
              <a:rPr kumimoji="0" lang="en-US" sz="1000" b="0" i="0" u="none" strike="noStrike" kern="1200" cap="none" spc="0" normalizeH="0" baseline="0" noProof="0" dirty="0">
                <a:ln>
                  <a:noFill/>
                </a:ln>
                <a:solidFill>
                  <a:srgbClr val="0F3353"/>
                </a:solidFill>
                <a:effectLst/>
                <a:uLnTx/>
                <a:uFillTx/>
                <a:cs typeface="Andalus"/>
              </a:rPr>
              <a:t>This will cover 2,000 for </a:t>
            </a:r>
            <a:r>
              <a:rPr lang="en-US" sz="1000" dirty="0">
                <a:solidFill>
                  <a:srgbClr val="0F3353"/>
                </a:solidFill>
                <a:cs typeface="Andalus"/>
              </a:rPr>
              <a:t>visa,</a:t>
            </a:r>
            <a:r>
              <a:rPr kumimoji="0" lang="en-US" sz="1000" b="0" i="0" u="none" strike="noStrike" kern="1200" cap="none" spc="0" normalizeH="0" baseline="0" noProof="0" dirty="0">
                <a:ln>
                  <a:noFill/>
                </a:ln>
                <a:solidFill>
                  <a:srgbClr val="0F3353"/>
                </a:solidFill>
                <a:effectLst/>
                <a:uLnTx/>
                <a:uFillTx/>
                <a:cs typeface="Andalus"/>
              </a:rPr>
              <a:t> 9,600 for HRSD Work permit, 650 for MOI fees, 1</a:t>
            </a:r>
            <a:r>
              <a:rPr lang="en-US" sz="1000" dirty="0">
                <a:solidFill>
                  <a:srgbClr val="0F3353"/>
                </a:solidFill>
                <a:cs typeface="Andalus"/>
              </a:rPr>
              <a:t>,000 VIP </a:t>
            </a:r>
            <a:r>
              <a:rPr kumimoji="0" lang="en-US" sz="1000" b="0" i="0" u="none" strike="noStrike" kern="1200" cap="none" spc="0" normalizeH="0" baseline="0" noProof="0" dirty="0">
                <a:ln>
                  <a:noFill/>
                </a:ln>
                <a:solidFill>
                  <a:srgbClr val="0F3353"/>
                </a:solidFill>
                <a:effectLst/>
                <a:uLnTx/>
                <a:uFillTx/>
                <a:cs typeface="Andalus"/>
              </a:rPr>
              <a:t>Medical test in Saudi Aribia</a:t>
            </a:r>
            <a:r>
              <a:rPr lang="en-US" sz="1000" dirty="0">
                <a:solidFill>
                  <a:srgbClr val="0F3353"/>
                </a:solidFill>
                <a:cs typeface="Andalus"/>
              </a:rPr>
              <a:t>, 1,500 medical </a:t>
            </a:r>
            <a:r>
              <a:rPr kumimoji="0" lang="en-US" sz="1000" b="0" i="0" u="none" strike="noStrike" kern="1200" cap="none" spc="0" normalizeH="0" baseline="0" noProof="0" dirty="0">
                <a:ln>
                  <a:noFill/>
                </a:ln>
                <a:solidFill>
                  <a:srgbClr val="0F3353"/>
                </a:solidFill>
                <a:effectLst/>
                <a:uLnTx/>
                <a:uFillTx/>
                <a:cs typeface="Andalus"/>
              </a:rPr>
              <a:t>insurance</a:t>
            </a:r>
            <a:endParaRPr kumimoji="0" lang="ar-SA" sz="1000" b="0" i="0" u="none" strike="noStrike" kern="1200" cap="none" spc="0" normalizeH="0" baseline="0" noProof="0" dirty="0">
              <a:ln>
                <a:noFill/>
              </a:ln>
              <a:solidFill>
                <a:srgbClr val="0F3353"/>
              </a:solidFill>
              <a:effectLst/>
              <a:uLnTx/>
              <a:uFillTx/>
              <a:cs typeface="DIN NEXT™ ARABIC LIGHT" panose="020B0303020203050203" pitchFamily="34" charset="-78"/>
            </a:endParaRPr>
          </a:p>
        </p:txBody>
      </p:sp>
      <p:sp>
        <p:nvSpPr>
          <p:cNvPr id="70" name="TextBox 69">
            <a:extLst>
              <a:ext uri="{FF2B5EF4-FFF2-40B4-BE49-F238E27FC236}">
                <a16:creationId xmlns:a16="http://schemas.microsoft.com/office/drawing/2014/main" id="{416E3DB6-BD60-F6B9-875F-01AA0966E252}"/>
              </a:ext>
            </a:extLst>
          </p:cNvPr>
          <p:cNvSpPr txBox="1"/>
          <p:nvPr/>
        </p:nvSpPr>
        <p:spPr>
          <a:xfrm>
            <a:off x="7929824" y="1478404"/>
            <a:ext cx="4296678" cy="279591"/>
          </a:xfrm>
          <a:prstGeom prst="rect">
            <a:avLst/>
          </a:prstGeom>
          <a:noFill/>
        </p:spPr>
        <p:txBody>
          <a:bodyPr wrap="square">
            <a:spAutoFit/>
          </a:bodyPr>
          <a:lstStyle/>
          <a:p>
            <a:r>
              <a:rPr lang="en-US" sz="1200" b="1" dirty="0">
                <a:solidFill>
                  <a:srgbClr val="0F3353"/>
                </a:solidFill>
                <a:latin typeface="+mj-lt"/>
              </a:rPr>
              <a:t>Residence Iqama </a:t>
            </a:r>
            <a:r>
              <a:rPr lang="ar-SA" sz="1200" b="1" dirty="0">
                <a:solidFill>
                  <a:srgbClr val="0F3353"/>
                </a:solidFill>
                <a:latin typeface="+mj-lt"/>
              </a:rPr>
              <a:t> </a:t>
            </a:r>
            <a:r>
              <a:rPr lang="en-US" sz="1200" b="1" dirty="0">
                <a:solidFill>
                  <a:srgbClr val="0F3353"/>
                </a:solidFill>
                <a:latin typeface="+mj-lt"/>
              </a:rPr>
              <a:t>(Resident Identity) </a:t>
            </a:r>
            <a:r>
              <a:rPr lang="en-US" sz="1200" b="1" u="sng" dirty="0">
                <a:solidFill>
                  <a:srgbClr val="0F3353"/>
                </a:solidFill>
                <a:latin typeface="+mj-lt"/>
              </a:rPr>
              <a:t>government fees</a:t>
            </a:r>
            <a:r>
              <a:rPr lang="en-US" sz="1200" b="1" dirty="0">
                <a:solidFill>
                  <a:srgbClr val="0F3353"/>
                </a:solidFill>
                <a:latin typeface="+mj-lt"/>
              </a:rPr>
              <a:t>:</a:t>
            </a:r>
          </a:p>
        </p:txBody>
      </p:sp>
      <p:cxnSp>
        <p:nvCxnSpPr>
          <p:cNvPr id="71" name="Straight Connector 36">
            <a:extLst>
              <a:ext uri="{FF2B5EF4-FFF2-40B4-BE49-F238E27FC236}">
                <a16:creationId xmlns:a16="http://schemas.microsoft.com/office/drawing/2014/main" id="{B6769299-F97A-999A-4831-1640B1E3DC37}"/>
              </a:ext>
            </a:extLst>
          </p:cNvPr>
          <p:cNvCxnSpPr>
            <a:cxnSpLocks/>
          </p:cNvCxnSpPr>
          <p:nvPr/>
        </p:nvCxnSpPr>
        <p:spPr>
          <a:xfrm>
            <a:off x="7958486" y="1523589"/>
            <a:ext cx="0" cy="1370423"/>
          </a:xfrm>
          <a:prstGeom prst="line">
            <a:avLst/>
          </a:prstGeom>
          <a:ln w="19050">
            <a:solidFill>
              <a:srgbClr val="0F3353"/>
            </a:solidFill>
            <a:prstDash val="solid"/>
          </a:ln>
        </p:spPr>
        <p:style>
          <a:lnRef idx="1">
            <a:schemeClr val="accent1"/>
          </a:lnRef>
          <a:fillRef idx="0">
            <a:schemeClr val="accent1"/>
          </a:fillRef>
          <a:effectRef idx="0">
            <a:schemeClr val="accent1"/>
          </a:effectRef>
          <a:fontRef idx="minor">
            <a:schemeClr val="tx1"/>
          </a:fontRef>
        </p:style>
      </p:cxnSp>
      <p:cxnSp>
        <p:nvCxnSpPr>
          <p:cNvPr id="90" name="Straight Connector 36">
            <a:extLst>
              <a:ext uri="{FF2B5EF4-FFF2-40B4-BE49-F238E27FC236}">
                <a16:creationId xmlns:a16="http://schemas.microsoft.com/office/drawing/2014/main" id="{A8920682-1A41-787B-AB9B-FBFD8634A0E1}"/>
              </a:ext>
            </a:extLst>
          </p:cNvPr>
          <p:cNvCxnSpPr>
            <a:cxnSpLocks/>
          </p:cNvCxnSpPr>
          <p:nvPr/>
        </p:nvCxnSpPr>
        <p:spPr>
          <a:xfrm>
            <a:off x="1178028" y="1877254"/>
            <a:ext cx="0" cy="815187"/>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94" name="Rectangle 45">
            <a:extLst>
              <a:ext uri="{FF2B5EF4-FFF2-40B4-BE49-F238E27FC236}">
                <a16:creationId xmlns:a16="http://schemas.microsoft.com/office/drawing/2014/main" id="{26904D4D-DDF2-81E7-F41F-A3589AB14E93}"/>
              </a:ext>
            </a:extLst>
          </p:cNvPr>
          <p:cNvSpPr/>
          <p:nvPr/>
        </p:nvSpPr>
        <p:spPr>
          <a:xfrm>
            <a:off x="1468604" y="1846055"/>
            <a:ext cx="4073554" cy="846386"/>
          </a:xfrm>
          <a:prstGeom prst="rect">
            <a:avLst/>
          </a:prstGeom>
        </p:spPr>
        <p:txBody>
          <a:bodyPr wrap="squar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000">
                <a:solidFill>
                  <a:srgbClr val="0F3353"/>
                </a:solidFill>
                <a:cs typeface="DIN NEXT™ ARABIC LIGHT" panose="020B0303020203050203" pitchFamily="34" charset="-78"/>
              </a:rPr>
              <a:t>#,###</a:t>
            </a:r>
            <a:endParaRPr lang="en-US" sz="4000" dirty="0">
              <a:solidFill>
                <a:srgbClr val="0F3353"/>
              </a:solidFill>
              <a:cs typeface="DIN NEXT™ ARABIC LIGHT" panose="020B0303020203050203" pitchFamily="34"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F3353"/>
                </a:solidFill>
                <a:effectLst/>
                <a:uLnTx/>
                <a:uFillTx/>
                <a:cs typeface="Andalus"/>
              </a:rPr>
              <a:t>Yet to be determine once billed</a:t>
            </a:r>
            <a:r>
              <a:rPr lang="en-US" sz="900" dirty="0">
                <a:solidFill>
                  <a:srgbClr val="0F3353"/>
                </a:solidFill>
                <a:cs typeface="Andalus"/>
              </a:rPr>
              <a:t> will share with client</a:t>
            </a:r>
            <a:r>
              <a:rPr kumimoji="0" lang="en-US" sz="900" b="0" i="0" u="none" strike="noStrike" kern="1200" cap="none" spc="0" normalizeH="0" baseline="0" noProof="0" dirty="0">
                <a:ln>
                  <a:noFill/>
                </a:ln>
                <a:solidFill>
                  <a:srgbClr val="0F3353"/>
                </a:solidFill>
                <a:effectLst/>
                <a:uLnTx/>
                <a:uFillTx/>
                <a:cs typeface="Andalus"/>
              </a:rPr>
              <a:t> </a:t>
            </a:r>
          </a:p>
        </p:txBody>
      </p:sp>
      <p:cxnSp>
        <p:nvCxnSpPr>
          <p:cNvPr id="98" name="Straight Connector 36">
            <a:extLst>
              <a:ext uri="{FF2B5EF4-FFF2-40B4-BE49-F238E27FC236}">
                <a16:creationId xmlns:a16="http://schemas.microsoft.com/office/drawing/2014/main" id="{A218EC04-E032-8619-7EEA-362B64503E2A}"/>
              </a:ext>
            </a:extLst>
          </p:cNvPr>
          <p:cNvCxnSpPr>
            <a:cxnSpLocks/>
          </p:cNvCxnSpPr>
          <p:nvPr/>
        </p:nvCxnSpPr>
        <p:spPr>
          <a:xfrm>
            <a:off x="1170916" y="2884573"/>
            <a:ext cx="0" cy="815187"/>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grpSp>
        <p:nvGrpSpPr>
          <p:cNvPr id="99" name="Group 98">
            <a:extLst>
              <a:ext uri="{FF2B5EF4-FFF2-40B4-BE49-F238E27FC236}">
                <a16:creationId xmlns:a16="http://schemas.microsoft.com/office/drawing/2014/main" id="{0BF8424F-3DCF-E95E-4E9A-0A6FCF60C029}"/>
              </a:ext>
            </a:extLst>
          </p:cNvPr>
          <p:cNvGrpSpPr/>
          <p:nvPr/>
        </p:nvGrpSpPr>
        <p:grpSpPr>
          <a:xfrm>
            <a:off x="83342" y="2782156"/>
            <a:ext cx="974074" cy="1119620"/>
            <a:chOff x="55147" y="2952710"/>
            <a:chExt cx="745673" cy="875075"/>
          </a:xfrm>
        </p:grpSpPr>
        <p:pic>
          <p:nvPicPr>
            <p:cNvPr id="100" name="Picture 8">
              <a:extLst>
                <a:ext uri="{FF2B5EF4-FFF2-40B4-BE49-F238E27FC236}">
                  <a16:creationId xmlns:a16="http://schemas.microsoft.com/office/drawing/2014/main" id="{43CC6D60-6A3F-751E-5ED2-4E5196820E7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63265"/>
            <a:stretch/>
          </p:blipFill>
          <p:spPr bwMode="auto">
            <a:xfrm>
              <a:off x="180331" y="2952710"/>
              <a:ext cx="508817" cy="519419"/>
            </a:xfrm>
            <a:prstGeom prst="rect">
              <a:avLst/>
            </a:prstGeom>
            <a:noFill/>
            <a:extLst>
              <a:ext uri="{909E8E84-426E-40DD-AFC4-6F175D3DCCD1}">
                <a14:hiddenFill xmlns:a14="http://schemas.microsoft.com/office/drawing/2010/main">
                  <a:solidFill>
                    <a:srgbClr val="FFFFFF"/>
                  </a:solidFill>
                </a14:hiddenFill>
              </a:ext>
            </a:extLst>
          </p:spPr>
        </p:pic>
        <p:pic>
          <p:nvPicPr>
            <p:cNvPr id="101" name="Picture 8">
              <a:extLst>
                <a:ext uri="{FF2B5EF4-FFF2-40B4-BE49-F238E27FC236}">
                  <a16:creationId xmlns:a16="http://schemas.microsoft.com/office/drawing/2014/main" id="{22F0C1B7-D7EE-D2EC-FB0B-939D0C1147BE}"/>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r="41964"/>
            <a:stretch/>
          </p:blipFill>
          <p:spPr bwMode="auto">
            <a:xfrm>
              <a:off x="55147" y="3345968"/>
              <a:ext cx="745673" cy="48181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02" name="Group 101">
            <a:extLst>
              <a:ext uri="{FF2B5EF4-FFF2-40B4-BE49-F238E27FC236}">
                <a16:creationId xmlns:a16="http://schemas.microsoft.com/office/drawing/2014/main" id="{A91CA32E-30AD-5397-7B23-752B611F0BB3}"/>
              </a:ext>
            </a:extLst>
          </p:cNvPr>
          <p:cNvGrpSpPr/>
          <p:nvPr/>
        </p:nvGrpSpPr>
        <p:grpSpPr>
          <a:xfrm>
            <a:off x="166534" y="1866344"/>
            <a:ext cx="890882" cy="826097"/>
            <a:chOff x="5480972" y="2556161"/>
            <a:chExt cx="3496731" cy="2931163"/>
          </a:xfrm>
        </p:grpSpPr>
        <p:pic>
          <p:nvPicPr>
            <p:cNvPr id="103" name="Graphic 102">
              <a:extLst>
                <a:ext uri="{FF2B5EF4-FFF2-40B4-BE49-F238E27FC236}">
                  <a16:creationId xmlns:a16="http://schemas.microsoft.com/office/drawing/2014/main" id="{025FC4F7-8394-B40D-B39E-94742CD5DCE8}"/>
                </a:ext>
              </a:extLst>
            </p:cNvPr>
            <p:cNvPicPr>
              <a:picLocks noChangeAspect="1"/>
            </p:cNvPicPr>
            <p:nvPr/>
          </p:nvPicPr>
          <p:blipFill>
            <a:blip>
              <a:extLst>
                <a:ext uri="{96DAC541-7B7A-43D3-8B79-37D633B846F1}">
                  <asvg:svgBlip xmlns:asvg="http://schemas.microsoft.com/office/drawing/2016/SVG/main" r:embed="rId8"/>
                </a:ext>
              </a:extLst>
            </a:blip>
            <a:srcRect l="31360"/>
            <a:stretch/>
          </p:blipFill>
          <p:spPr>
            <a:xfrm>
              <a:off x="5480972" y="4035492"/>
              <a:ext cx="3496731" cy="1451832"/>
            </a:xfrm>
            <a:prstGeom prst="rect">
              <a:avLst/>
            </a:prstGeom>
          </p:spPr>
        </p:pic>
        <p:pic>
          <p:nvPicPr>
            <p:cNvPr id="104" name="Graphic 103">
              <a:extLst>
                <a:ext uri="{FF2B5EF4-FFF2-40B4-BE49-F238E27FC236}">
                  <a16:creationId xmlns:a16="http://schemas.microsoft.com/office/drawing/2014/main" id="{D7516879-94B8-6374-2F4E-9123CF287FCB}"/>
                </a:ext>
              </a:extLst>
            </p:cNvPr>
            <p:cNvPicPr>
              <a:picLocks noChangeAspect="1"/>
            </p:cNvPicPr>
            <p:nvPr/>
          </p:nvPicPr>
          <p:blipFill>
            <a:blip>
              <a:extLst>
                <a:ext uri="{96DAC541-7B7A-43D3-8B79-37D633B846F1}">
                  <asvg:svgBlip xmlns:asvg="http://schemas.microsoft.com/office/drawing/2016/SVG/main" r:embed="rId9"/>
                </a:ext>
              </a:extLst>
            </a:blip>
            <a:srcRect r="72624"/>
            <a:stretch/>
          </p:blipFill>
          <p:spPr>
            <a:xfrm>
              <a:off x="6646322" y="2556161"/>
              <a:ext cx="1322340" cy="1376574"/>
            </a:xfrm>
            <a:prstGeom prst="rect">
              <a:avLst/>
            </a:prstGeom>
          </p:spPr>
        </p:pic>
      </p:grpSp>
      <p:cxnSp>
        <p:nvCxnSpPr>
          <p:cNvPr id="115" name="Straight Connector 36">
            <a:extLst>
              <a:ext uri="{FF2B5EF4-FFF2-40B4-BE49-F238E27FC236}">
                <a16:creationId xmlns:a16="http://schemas.microsoft.com/office/drawing/2014/main" id="{CEE454D5-2169-8701-2DDF-F310F2FB915B}"/>
              </a:ext>
            </a:extLst>
          </p:cNvPr>
          <p:cNvCxnSpPr>
            <a:cxnSpLocks/>
          </p:cNvCxnSpPr>
          <p:nvPr/>
        </p:nvCxnSpPr>
        <p:spPr>
          <a:xfrm flipH="1">
            <a:off x="1162425" y="6162617"/>
            <a:ext cx="1330" cy="564931"/>
          </a:xfrm>
          <a:prstGeom prst="line">
            <a:avLst/>
          </a:prstGeom>
          <a:ln w="19050">
            <a:solidFill>
              <a:srgbClr val="044969"/>
            </a:solidFill>
            <a:prstDash val="solid"/>
          </a:ln>
        </p:spPr>
        <p:style>
          <a:lnRef idx="1">
            <a:schemeClr val="accent1"/>
          </a:lnRef>
          <a:fillRef idx="0">
            <a:schemeClr val="accent1"/>
          </a:fillRef>
          <a:effectRef idx="0">
            <a:schemeClr val="accent1"/>
          </a:effectRef>
          <a:fontRef idx="minor">
            <a:schemeClr val="tx1"/>
          </a:fontRef>
        </p:style>
      </p:cxnSp>
      <p:sp>
        <p:nvSpPr>
          <p:cNvPr id="117" name="Rectangle 45">
            <a:extLst>
              <a:ext uri="{FF2B5EF4-FFF2-40B4-BE49-F238E27FC236}">
                <a16:creationId xmlns:a16="http://schemas.microsoft.com/office/drawing/2014/main" id="{3D153004-053D-CE7B-98C4-76C4925DC860}"/>
              </a:ext>
            </a:extLst>
          </p:cNvPr>
          <p:cNvSpPr/>
          <p:nvPr/>
        </p:nvSpPr>
        <p:spPr>
          <a:xfrm>
            <a:off x="1454141" y="6040112"/>
            <a:ext cx="3235181" cy="846386"/>
          </a:xfrm>
          <a:prstGeom prst="rect">
            <a:avLst/>
          </a:prstGeom>
        </p:spPr>
        <p:txBody>
          <a:bodyPr wrap="none">
            <a:spAutoFit/>
          </a:bodyPr>
          <a:lstStyle/>
          <a:p>
            <a:pPr marL="0" marR="0" lvl="0" indent="0" algn="l" defTabSz="914400" rtl="1" eaLnBrk="1" fontAlgn="auto" latinLnBrk="0" hangingPunct="1">
              <a:lnSpc>
                <a:spcPct val="100000"/>
              </a:lnSpc>
              <a:spcBef>
                <a:spcPts val="0"/>
              </a:spcBef>
              <a:spcAft>
                <a:spcPts val="0"/>
              </a:spcAft>
              <a:buClrTx/>
              <a:buSzTx/>
              <a:buFontTx/>
              <a:buNone/>
              <a:tabLst/>
              <a:defRPr/>
            </a:pPr>
            <a:r>
              <a:rPr lang="en-US" sz="4000" dirty="0">
                <a:solidFill>
                  <a:srgbClr val="0F3353"/>
                </a:solidFill>
                <a:cs typeface="DIN NEXT™ ARABIC LIGHT" panose="020B0303020203050203" pitchFamily="34" charset="-78"/>
              </a:rPr>
              <a:t>350</a:t>
            </a:r>
            <a:endParaRPr kumimoji="0" lang="en-US" sz="1400" b="0" i="0" u="none" strike="noStrike" kern="1200" cap="none" spc="0" normalizeH="0" baseline="0" noProof="0" dirty="0">
              <a:ln>
                <a:noFill/>
              </a:ln>
              <a:solidFill>
                <a:srgbClr val="0F3353"/>
              </a:solidFill>
              <a:effectLst/>
              <a:uLnTx/>
              <a:uFillTx/>
              <a:cs typeface="DIN NEXT™ ARABIC LIGHT" panose="020B0303020203050203" pitchFamily="34" charset="-78"/>
            </a:endParaRPr>
          </a:p>
          <a:p>
            <a:pPr marL="0" marR="0" lvl="0" indent="0" algn="l" defTabSz="914400" rtl="1"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0F3353"/>
                </a:solidFill>
                <a:effectLst/>
                <a:uLnTx/>
                <a:uFillTx/>
                <a:cs typeface="Andalus"/>
              </a:rPr>
              <a:t>Charging a balance for the purpose of issuing 10 letters</a:t>
            </a:r>
            <a:endParaRPr kumimoji="0" lang="ar-SA" sz="900" b="0" i="0" u="none" strike="noStrike" kern="1200" cap="none" spc="0" normalizeH="0" baseline="0" noProof="0" dirty="0">
              <a:ln>
                <a:noFill/>
              </a:ln>
              <a:solidFill>
                <a:srgbClr val="0F3353"/>
              </a:solidFill>
              <a:effectLst/>
              <a:uLnTx/>
              <a:uFillTx/>
              <a:cs typeface="DIN NEXT™ ARABIC LIGHT" panose="020B0303020203050203" pitchFamily="34" charset="-78"/>
            </a:endParaRPr>
          </a:p>
        </p:txBody>
      </p:sp>
      <p:pic>
        <p:nvPicPr>
          <p:cNvPr id="120" name="Picture 30">
            <a:extLst>
              <a:ext uri="{FF2B5EF4-FFF2-40B4-BE49-F238E27FC236}">
                <a16:creationId xmlns:a16="http://schemas.microsoft.com/office/drawing/2014/main" id="{06B16700-0623-BEEC-4F87-D42C1F9B792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78541" y="733384"/>
            <a:ext cx="724140" cy="730226"/>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8">
            <a:extLst>
              <a:ext uri="{FF2B5EF4-FFF2-40B4-BE49-F238E27FC236}">
                <a16:creationId xmlns:a16="http://schemas.microsoft.com/office/drawing/2014/main" id="{38877E10-17B4-2560-B60A-E439E5E22EF3}"/>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56641" y="1713389"/>
            <a:ext cx="1378571" cy="1378571"/>
          </a:xfrm>
          <a:prstGeom prst="rect">
            <a:avLst/>
          </a:prstGeom>
          <a:noFill/>
          <a:extLst>
            <a:ext uri="{909E8E84-426E-40DD-AFC4-6F175D3DCCD1}">
              <a14:hiddenFill xmlns:a14="http://schemas.microsoft.com/office/drawing/2010/main">
                <a:solidFill>
                  <a:srgbClr val="FFFFFF"/>
                </a:solidFill>
              </a14:hiddenFill>
            </a:ext>
          </a:extLst>
        </p:spPr>
      </p:pic>
      <p:sp>
        <p:nvSpPr>
          <p:cNvPr id="122" name="Rectangle 121">
            <a:extLst>
              <a:ext uri="{FF2B5EF4-FFF2-40B4-BE49-F238E27FC236}">
                <a16:creationId xmlns:a16="http://schemas.microsoft.com/office/drawing/2014/main" id="{37ACD0B8-BE9D-6B2D-A085-257A227FC1CF}"/>
              </a:ext>
            </a:extLst>
          </p:cNvPr>
          <p:cNvSpPr/>
          <p:nvPr/>
        </p:nvSpPr>
        <p:spPr>
          <a:xfrm>
            <a:off x="6630551" y="1634889"/>
            <a:ext cx="429444" cy="648524"/>
          </a:xfrm>
          <a:prstGeom prst="rect">
            <a:avLst/>
          </a:prstGeom>
          <a:solidFill>
            <a:srgbClr val="F2E8D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9" name="Picture 118">
            <a:extLst>
              <a:ext uri="{FF2B5EF4-FFF2-40B4-BE49-F238E27FC236}">
                <a16:creationId xmlns:a16="http://schemas.microsoft.com/office/drawing/2014/main" id="{A9FFF1B2-71F8-5A66-36B1-BF8CF45E0A1F}"/>
              </a:ext>
            </a:extLst>
          </p:cNvPr>
          <p:cNvPicPr>
            <a:picLocks noChangeAspect="1"/>
          </p:cNvPicPr>
          <p:nvPr/>
        </p:nvPicPr>
        <p:blipFill rotWithShape="1">
          <a:blip r:embed="rId12">
            <a:clrChange>
              <a:clrFrom>
                <a:srgbClr val="FFFFFF"/>
              </a:clrFrom>
              <a:clrTo>
                <a:srgbClr val="FFFFFF">
                  <a:alpha val="0"/>
                </a:srgbClr>
              </a:clrTo>
            </a:clrChange>
          </a:blip>
          <a:srcRect l="15496" r="11484"/>
          <a:stretch/>
        </p:blipFill>
        <p:spPr>
          <a:xfrm>
            <a:off x="5814499" y="540664"/>
            <a:ext cx="1453494" cy="1999567"/>
          </a:xfrm>
          <a:prstGeom prst="rect">
            <a:avLst/>
          </a:prstGeom>
        </p:spPr>
      </p:pic>
      <p:pic>
        <p:nvPicPr>
          <p:cNvPr id="123" name="Picture 4" descr="الرئيسية | قوى">
            <a:extLst>
              <a:ext uri="{FF2B5EF4-FFF2-40B4-BE49-F238E27FC236}">
                <a16:creationId xmlns:a16="http://schemas.microsoft.com/office/drawing/2014/main" id="{E14D179D-D133-35C2-DDCA-EBD52617AF75}"/>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359580" y="1523589"/>
            <a:ext cx="467662" cy="414772"/>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تحميل شعار وزارة الصحة السعودية Png مفرغ خلفية شفافة للتصميم Logo of the  Saudi Ministry of Health - نظام نور">
            <a:extLst>
              <a:ext uri="{FF2B5EF4-FFF2-40B4-BE49-F238E27FC236}">
                <a16:creationId xmlns:a16="http://schemas.microsoft.com/office/drawing/2014/main" id="{1CDA3563-E32A-D967-393B-EBC73FCD5AF1}"/>
              </a:ext>
            </a:extLst>
          </p:cNvPr>
          <p:cNvPicPr>
            <a:picLocks noChangeAspect="1" noChangeArrowheads="1"/>
          </p:cNvPicPr>
          <p:nvPr/>
        </p:nvPicPr>
        <p:blipFill rotWithShape="1">
          <a:blip r:embed="rId13">
            <a:extLst>
              <a:ext uri="{28A0092B-C50C-407E-A947-70E740481C1C}">
                <a14:useLocalDpi xmlns:a14="http://schemas.microsoft.com/office/drawing/2010/main" val="0"/>
              </a:ext>
            </a:extLst>
          </a:blip>
          <a:srcRect l="55627" t="37518" r="8763" b="38054"/>
          <a:stretch/>
        </p:blipFill>
        <p:spPr bwMode="auto">
          <a:xfrm>
            <a:off x="7304348" y="2001139"/>
            <a:ext cx="596482" cy="409174"/>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شعار مجلس الضمان الصحي – ضمان – بدقة عالية SVG – PNG - شعارات السعودية |  Saudi Logos">
            <a:extLst>
              <a:ext uri="{FF2B5EF4-FFF2-40B4-BE49-F238E27FC236}">
                <a16:creationId xmlns:a16="http://schemas.microsoft.com/office/drawing/2014/main" id="{4BE20473-9ECF-0D91-988B-64254EF378F3}"/>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34618" y="2604165"/>
            <a:ext cx="536125" cy="274625"/>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a:extLst>
              <a:ext uri="{FF2B5EF4-FFF2-40B4-BE49-F238E27FC236}">
                <a16:creationId xmlns:a16="http://schemas.microsoft.com/office/drawing/2014/main" id="{7989CA41-F83E-47FB-85F5-6954C7F857FA}"/>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41216" y="780177"/>
            <a:ext cx="389328" cy="435050"/>
          </a:xfrm>
          <a:prstGeom prst="rect">
            <a:avLst/>
          </a:prstGeom>
        </p:spPr>
      </p:pic>
      <p:pic>
        <p:nvPicPr>
          <p:cNvPr id="5" name="Graphic 62">
            <a:extLst>
              <a:ext uri="{FF2B5EF4-FFF2-40B4-BE49-F238E27FC236}">
                <a16:creationId xmlns:a16="http://schemas.microsoft.com/office/drawing/2014/main" id="{5DAF5129-D05E-576D-2CD1-EF0B164D389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22959" y="2085010"/>
            <a:ext cx="308116" cy="344300"/>
          </a:xfrm>
          <a:prstGeom prst="rect">
            <a:avLst/>
          </a:prstGeom>
        </p:spPr>
      </p:pic>
      <p:pic>
        <p:nvPicPr>
          <p:cNvPr id="6" name="Graphic 62">
            <a:extLst>
              <a:ext uri="{FF2B5EF4-FFF2-40B4-BE49-F238E27FC236}">
                <a16:creationId xmlns:a16="http://schemas.microsoft.com/office/drawing/2014/main" id="{5DAF5129-D05E-576D-2CD1-EF0B164D389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7979014" y="1938361"/>
            <a:ext cx="286399" cy="320033"/>
          </a:xfrm>
          <a:prstGeom prst="rect">
            <a:avLst/>
          </a:prstGeom>
        </p:spPr>
      </p:pic>
      <p:pic>
        <p:nvPicPr>
          <p:cNvPr id="8" name="Graphic 62">
            <a:extLst>
              <a:ext uri="{FF2B5EF4-FFF2-40B4-BE49-F238E27FC236}">
                <a16:creationId xmlns:a16="http://schemas.microsoft.com/office/drawing/2014/main" id="{5DAF5129-D05E-576D-2CD1-EF0B164D389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36366" y="3135441"/>
            <a:ext cx="268106" cy="299592"/>
          </a:xfrm>
          <a:prstGeom prst="rect">
            <a:avLst/>
          </a:prstGeom>
        </p:spPr>
      </p:pic>
      <p:pic>
        <p:nvPicPr>
          <p:cNvPr id="9" name="Graphic 62">
            <a:extLst>
              <a:ext uri="{FF2B5EF4-FFF2-40B4-BE49-F238E27FC236}">
                <a16:creationId xmlns:a16="http://schemas.microsoft.com/office/drawing/2014/main" id="{5DAF5129-D05E-576D-2CD1-EF0B164D3898}"/>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09180" y="4264223"/>
            <a:ext cx="285784" cy="319346"/>
          </a:xfrm>
          <a:prstGeom prst="rect">
            <a:avLst/>
          </a:prstGeom>
        </p:spPr>
      </p:pic>
      <p:pic>
        <p:nvPicPr>
          <p:cNvPr id="12" name="Graphic 62">
            <a:extLst>
              <a:ext uri="{FF2B5EF4-FFF2-40B4-BE49-F238E27FC236}">
                <a16:creationId xmlns:a16="http://schemas.microsoft.com/office/drawing/2014/main" id="{96BB65F1-B8FC-415A-79E1-FAABBE2D4754}"/>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60101" y="5301055"/>
            <a:ext cx="285784" cy="319346"/>
          </a:xfrm>
          <a:prstGeom prst="rect">
            <a:avLst/>
          </a:prstGeom>
        </p:spPr>
      </p:pic>
      <p:pic>
        <p:nvPicPr>
          <p:cNvPr id="13" name="Graphic 62">
            <a:extLst>
              <a:ext uri="{FF2B5EF4-FFF2-40B4-BE49-F238E27FC236}">
                <a16:creationId xmlns:a16="http://schemas.microsoft.com/office/drawing/2014/main" id="{7F82AEBB-4719-8BED-E3F6-E9166F23A9AB}"/>
              </a:ext>
            </a:extLst>
          </p:cNvPr>
          <p:cNvPicPr>
            <a:picLocks noChangeAspect="1"/>
          </p:cNvPicPr>
          <p:nvPr/>
        </p:nvPicPr>
        <p:blipFill>
          <a:blip>
            <a:extLst>
              <a:ext uri="{96DAC541-7B7A-43D3-8B79-37D633B846F1}">
                <asvg:svgBlip xmlns:asvg="http://schemas.microsoft.com/office/drawing/2016/SVG/main" r:embed="rId15"/>
              </a:ext>
            </a:extLst>
          </a:blip>
          <a:stretch>
            <a:fillRect/>
          </a:stretch>
        </p:blipFill>
        <p:spPr>
          <a:xfrm>
            <a:off x="1218688" y="6258809"/>
            <a:ext cx="285784" cy="319346"/>
          </a:xfrm>
          <a:prstGeom prst="rect">
            <a:avLst/>
          </a:prstGeom>
        </p:spPr>
      </p:pic>
      <p:sp>
        <p:nvSpPr>
          <p:cNvPr id="11" name="TextBox 10">
            <a:extLst>
              <a:ext uri="{FF2B5EF4-FFF2-40B4-BE49-F238E27FC236}">
                <a16:creationId xmlns:a16="http://schemas.microsoft.com/office/drawing/2014/main" id="{3F2AE114-082F-C3BD-82EA-47E9C2401F41}"/>
              </a:ext>
            </a:extLst>
          </p:cNvPr>
          <p:cNvSpPr txBox="1"/>
          <p:nvPr/>
        </p:nvSpPr>
        <p:spPr>
          <a:xfrm>
            <a:off x="1077170" y="1580879"/>
            <a:ext cx="6227178" cy="307777"/>
          </a:xfrm>
          <a:prstGeom prst="rect">
            <a:avLst/>
          </a:prstGeom>
          <a:noFill/>
        </p:spPr>
        <p:txBody>
          <a:bodyPr wrap="square">
            <a:spAutoFit/>
          </a:bodyPr>
          <a:lstStyle/>
          <a:p>
            <a:r>
              <a:rPr lang="en-US" sz="1400" dirty="0">
                <a:solidFill>
                  <a:srgbClr val="0F3353"/>
                </a:solidFill>
                <a:latin typeface="+mj-lt"/>
              </a:rPr>
              <a:t>Below is the fee Breakdown:</a:t>
            </a:r>
            <a:endParaRPr lang="en-US" sz="1400" dirty="0"/>
          </a:p>
        </p:txBody>
      </p:sp>
    </p:spTree>
    <p:extLst>
      <p:ext uri="{BB962C8B-B14F-4D97-AF65-F5344CB8AC3E}">
        <p14:creationId xmlns:p14="http://schemas.microsoft.com/office/powerpoint/2010/main" val="2218888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1CFD-C6F2-5F2A-DDB6-186CCAE38AC0}"/>
              </a:ext>
            </a:extLst>
          </p:cNvPr>
          <p:cNvSpPr>
            <a:spLocks noGrp="1"/>
          </p:cNvSpPr>
          <p:nvPr>
            <p:ph type="title"/>
          </p:nvPr>
        </p:nvSpPr>
        <p:spPr/>
        <p:txBody>
          <a:bodyPr/>
          <a:lstStyle/>
          <a:p>
            <a:pPr algn="ctr"/>
            <a:r>
              <a:rPr lang="en-US" dirty="0"/>
              <a:t>Signoff</a:t>
            </a:r>
          </a:p>
        </p:txBody>
      </p:sp>
    </p:spTree>
    <p:extLst>
      <p:ext uri="{BB962C8B-B14F-4D97-AF65-F5344CB8AC3E}">
        <p14:creationId xmlns:p14="http://schemas.microsoft.com/office/powerpoint/2010/main" val="26851307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3E4FE-911C-16EE-3302-F6C86208873C}"/>
              </a:ext>
            </a:extLst>
          </p:cNvPr>
          <p:cNvSpPr>
            <a:spLocks noGrp="1"/>
          </p:cNvSpPr>
          <p:nvPr>
            <p:ph type="title"/>
          </p:nvPr>
        </p:nvSpPr>
        <p:spPr>
          <a:xfrm>
            <a:off x="66553" y="403746"/>
            <a:ext cx="8194876" cy="499502"/>
          </a:xfrm>
        </p:spPr>
        <p:txBody>
          <a:bodyPr>
            <a:normAutofit/>
          </a:bodyPr>
          <a:lstStyle/>
          <a:p>
            <a:r>
              <a:rPr lang="en-US" sz="2400" dirty="0"/>
              <a:t>Signoff:</a:t>
            </a:r>
          </a:p>
        </p:txBody>
      </p:sp>
      <p:sp>
        <p:nvSpPr>
          <p:cNvPr id="3" name="SIGNOFF.CLIENT_NAME">
            <a:extLst>
              <a:ext uri="{FF2B5EF4-FFF2-40B4-BE49-F238E27FC236}">
                <a16:creationId xmlns:a16="http://schemas.microsoft.com/office/drawing/2014/main" id="{B91E998F-33BA-2C04-0E1E-C8D838B8490A}"/>
              </a:ext>
            </a:extLst>
          </p:cNvPr>
          <p:cNvSpPr>
            <a:spLocks noGrp="1"/>
          </p:cNvSpPr>
          <p:nvPr>
            <p:ph type="body" orient="vert" idx="1"/>
          </p:nvPr>
        </p:nvSpPr>
        <p:spPr>
          <a:xfrm>
            <a:off x="66553" y="1099595"/>
            <a:ext cx="12125448" cy="5331246"/>
          </a:xfrm>
        </p:spPr>
        <p:txBody>
          <a:bodyPr>
            <a:normAutofit/>
          </a:bodyPr>
          <a:lstStyle/>
          <a:p>
            <a:pPr marL="0" indent="0">
              <a:buNone/>
            </a:pPr>
            <a:r>
              <a:rPr lang="en-US" sz="1400" dirty="0">
                <a:solidFill>
                  <a:srgbClr val="0F3353"/>
                </a:solidFill>
              </a:rPr>
              <a:t>We hope our Proposal is satisfactory and meets your requirements in overall for the Assignment. This document constitutes an “Engagement Letter” for the Assignment presented, thus,</a:t>
            </a:r>
          </a:p>
          <a:p>
            <a:pPr marL="0" indent="0">
              <a:buNone/>
            </a:pPr>
            <a:r>
              <a:rPr lang="en-US" sz="1400" dirty="0">
                <a:solidFill>
                  <a:srgbClr val="0F3353"/>
                </a:solidFill>
              </a:rPr>
              <a:t>kindly sign off and affix your official stamp.</a:t>
            </a:r>
          </a:p>
          <a:p>
            <a:pPr marL="0" indent="0">
              <a:buNone/>
            </a:pPr>
            <a:r>
              <a:rPr lang="en-US" sz="1400" dirty="0">
                <a:solidFill>
                  <a:srgbClr val="0F3353"/>
                </a:solidFill>
              </a:rPr>
              <a:t>Yours faithfully,	</a:t>
            </a:r>
          </a:p>
          <a:p>
            <a:pPr marL="0" indent="0">
              <a:buNone/>
            </a:pPr>
            <a:r>
              <a:rPr lang="en-US" sz="1400" dirty="0">
                <a:solidFill>
                  <a:srgbClr val="0F3353"/>
                </a:solidFill>
                <a:latin typeface="+mj-lt"/>
              </a:rPr>
              <a:t>Taajeel Team,</a:t>
            </a:r>
          </a:p>
          <a:p>
            <a:pPr marL="0" indent="0">
              <a:buNone/>
            </a:pPr>
            <a:endParaRPr lang="en-US" sz="1400" dirty="0">
              <a:solidFill>
                <a:srgbClr val="0F3353"/>
              </a:solidFill>
              <a:latin typeface="+mj-lt"/>
            </a:endParaRPr>
          </a:p>
          <a:p>
            <a:pPr marL="0" indent="0" algn="just" defTabSz="742950">
              <a:lnSpc>
                <a:spcPct val="90000"/>
              </a:lnSpc>
              <a:spcBef>
                <a:spcPts val="813"/>
              </a:spcBef>
              <a:buNone/>
            </a:pPr>
            <a:r>
              <a:rPr lang="en-GB" sz="1400" dirty="0">
                <a:solidFill>
                  <a:srgbClr val="0F3353"/>
                </a:solidFill>
              </a:rPr>
              <a:t>For and on behalf of:					                           For and on behalf of :	</a:t>
            </a:r>
          </a:p>
          <a:p>
            <a:pPr marL="0" indent="0" algn="just" defTabSz="742950" fontAlgn="base">
              <a:spcBef>
                <a:spcPts val="813"/>
              </a:spcBef>
              <a:buNone/>
              <a:defRPr/>
            </a:pPr>
            <a:r>
              <a:rPr lang="en-US" sz="1400" dirty="0">
                <a:solidFill>
                  <a:srgbClr val="0F3353"/>
                </a:solidFill>
                <a:latin typeface="+mj-lt"/>
              </a:rPr>
              <a:t>Taajeel Business Solutions Co L.L.C.</a:t>
            </a:r>
            <a:r>
              <a:rPr lang="en-GB" sz="1400" dirty="0">
                <a:solidFill>
                  <a:srgbClr val="0F3353"/>
                </a:solidFill>
                <a:latin typeface="+mj-lt"/>
              </a:rPr>
              <a:t>			</a:t>
            </a:r>
            <a:r>
              <a:rPr lang="en-US" sz="1400" dirty="0">
                <a:solidFill>
                  <a:srgbClr val="0F3353"/>
                </a:solidFill>
                <a:latin typeface="+mj-lt"/>
              </a:rPr>
              <a:t>	         </a:t>
            </a:r>
            <a:r>
              <a:rPr lang="ar-SA" sz="1400" dirty="0">
                <a:solidFill>
                  <a:srgbClr val="0F3353"/>
                </a:solidFill>
                <a:latin typeface="+mj-lt"/>
              </a:rPr>
              <a:t> </a:t>
            </a:r>
            <a:r>
              <a:rPr lang="en-US" sz="1400" dirty="0">
                <a:solidFill>
                  <a:srgbClr val="0F3353"/>
                </a:solidFill>
                <a:latin typeface="+mj-lt"/>
              </a:rPr>
              <a:t> </a:t>
            </a:r>
            <a:r>
              <a:rPr lang="en-US" sz="1400" dirty="0">
                <a:latin typeface="+mj-lt"/>
                <a:cs typeface="+mj-cs"/>
              </a:rPr>
              <a:t>[CLIENT LEGAL NAME]</a:t>
            </a:r>
            <a:r>
              <a:rPr lang="en-US" sz="1400" dirty="0">
                <a:solidFill>
                  <a:srgbClr val="0F3353"/>
                </a:solidFill>
                <a:latin typeface="+mj-lt"/>
              </a:rPr>
              <a:t>					</a:t>
            </a:r>
            <a:endParaRPr lang="en-GB" sz="1400" dirty="0">
              <a:solidFill>
                <a:srgbClr val="0F3353"/>
              </a:solidFill>
              <a:latin typeface="+mj-lt"/>
            </a:endParaRPr>
          </a:p>
          <a:p>
            <a:pPr marL="0" indent="0" algn="just" defTabSz="742950">
              <a:lnSpc>
                <a:spcPct val="90000"/>
              </a:lnSpc>
              <a:spcBef>
                <a:spcPts val="813"/>
              </a:spcBef>
              <a:buNone/>
            </a:pPr>
            <a:r>
              <a:rPr lang="ar-SA" sz="1400" dirty="0">
                <a:solidFill>
                  <a:srgbClr val="0F3353"/>
                </a:solidFill>
              </a:rPr>
              <a:t> </a:t>
            </a:r>
            <a:endParaRPr lang="en-GB" sz="1400" dirty="0">
              <a:solidFill>
                <a:srgbClr val="0F3353"/>
              </a:solidFill>
              <a:cs typeface="+mj-cs"/>
            </a:endParaRPr>
          </a:p>
          <a:p>
            <a:pPr marL="0" indent="0" algn="just" defTabSz="742950">
              <a:lnSpc>
                <a:spcPct val="90000"/>
              </a:lnSpc>
              <a:spcBef>
                <a:spcPts val="813"/>
              </a:spcBef>
              <a:buNone/>
            </a:pPr>
            <a:endParaRPr lang="en-GB" sz="1400" dirty="0">
              <a:solidFill>
                <a:srgbClr val="0F3353"/>
              </a:solidFill>
              <a:latin typeface="Lama Sans SemiBold" panose="00000200000000000000" pitchFamily="2" charset="-78"/>
              <a:cs typeface="+mj-cs"/>
            </a:endParaRPr>
          </a:p>
          <a:p>
            <a:pPr marL="0" indent="0" algn="just" defTabSz="742950">
              <a:lnSpc>
                <a:spcPct val="90000"/>
              </a:lnSpc>
              <a:spcBef>
                <a:spcPts val="813"/>
              </a:spcBef>
              <a:buNone/>
            </a:pPr>
            <a:r>
              <a:rPr lang="en-GB" sz="1400" dirty="0">
                <a:solidFill>
                  <a:srgbClr val="0F3353"/>
                </a:solidFill>
                <a:latin typeface="Lama Sans SemiBold" panose="00000200000000000000" pitchFamily="2" charset="-78"/>
                <a:cs typeface="Lama Sans SemiBold" panose="00000200000000000000" pitchFamily="2" charset="-78"/>
              </a:rPr>
              <a:t>Muath Abdullah A AlZahrani</a:t>
            </a:r>
            <a:r>
              <a:rPr lang="en-GB" sz="1400" dirty="0">
                <a:solidFill>
                  <a:srgbClr val="0F3353"/>
                </a:solidFill>
              </a:rPr>
              <a:t>		                       		          </a:t>
            </a:r>
            <a:r>
              <a:rPr lang="en-GB" sz="1400" dirty="0">
                <a:solidFill>
                  <a:srgbClr val="0F3353"/>
                </a:solidFill>
                <a:latin typeface="Lama Sans SemiBold" panose="00000200000000000000" pitchFamily="2" charset="-78"/>
                <a:cs typeface="Lama Sans SemiBold" panose="00000200000000000000" pitchFamily="2" charset="-78"/>
              </a:rPr>
              <a:t>Name: </a:t>
            </a:r>
          </a:p>
          <a:p>
            <a:pPr marL="0" indent="0" algn="just" defTabSz="742950">
              <a:lnSpc>
                <a:spcPct val="90000"/>
              </a:lnSpc>
              <a:spcBef>
                <a:spcPts val="813"/>
              </a:spcBef>
              <a:buNone/>
            </a:pPr>
            <a:r>
              <a:rPr lang="en-GB" sz="1400" dirty="0">
                <a:solidFill>
                  <a:srgbClr val="0F3353"/>
                </a:solidFill>
              </a:rPr>
              <a:t>General Manager 		 		                                              Position:</a:t>
            </a:r>
          </a:p>
          <a:p>
            <a:pPr marL="0" indent="0">
              <a:buNone/>
            </a:pPr>
            <a:endParaRPr lang="en-US" sz="1400" dirty="0">
              <a:solidFill>
                <a:srgbClr val="0F3353"/>
              </a:solidFill>
              <a:latin typeface="+mj-lt"/>
            </a:endParaRPr>
          </a:p>
          <a:p>
            <a:pPr marL="0" indent="0">
              <a:buNone/>
            </a:pPr>
            <a:endParaRPr lang="en-US" sz="1400" dirty="0">
              <a:solidFill>
                <a:srgbClr val="0F3353"/>
              </a:solidFill>
            </a:endParaRPr>
          </a:p>
        </p:txBody>
      </p:sp>
      <p:sp>
        <p:nvSpPr>
          <p:cNvPr id="4" name="Slide Number Placeholder 3">
            <a:extLst>
              <a:ext uri="{FF2B5EF4-FFF2-40B4-BE49-F238E27FC236}">
                <a16:creationId xmlns:a16="http://schemas.microsoft.com/office/drawing/2014/main" id="{E980C3D0-9CDF-5A01-0E05-024919167181}"/>
              </a:ext>
            </a:extLst>
          </p:cNvPr>
          <p:cNvSpPr>
            <a:spLocks noGrp="1"/>
          </p:cNvSpPr>
          <p:nvPr>
            <p:ph type="sldNum" sz="quarter" idx="11"/>
          </p:nvPr>
        </p:nvSpPr>
        <p:spPr/>
        <p:txBody>
          <a:bodyPr/>
          <a:lstStyle/>
          <a:p>
            <a:fld id="{A29190EB-7945-4811-B3CB-0217A9F45703}" type="slidenum">
              <a:rPr lang="en-US" smtClean="0"/>
              <a:pPr/>
              <a:t>27</a:t>
            </a:fld>
            <a:endParaRPr lang="en-US" dirty="0"/>
          </a:p>
        </p:txBody>
      </p:sp>
      <p:pic>
        <p:nvPicPr>
          <p:cNvPr id="5" name="Picture 4" descr="A black and blue sign with white text&#10;&#10;Description automatically generated">
            <a:extLst>
              <a:ext uri="{FF2B5EF4-FFF2-40B4-BE49-F238E27FC236}">
                <a16:creationId xmlns:a16="http://schemas.microsoft.com/office/drawing/2014/main" id="{A88DE206-E156-654A-3D40-7EEE4BF2B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6193" y="3765218"/>
            <a:ext cx="1019766" cy="1301240"/>
          </a:xfrm>
          <a:prstGeom prst="rect">
            <a:avLst/>
          </a:prstGeom>
        </p:spPr>
      </p:pic>
      <p:pic>
        <p:nvPicPr>
          <p:cNvPr id="6" name="Picture 5">
            <a:extLst>
              <a:ext uri="{FF2B5EF4-FFF2-40B4-BE49-F238E27FC236}">
                <a16:creationId xmlns:a16="http://schemas.microsoft.com/office/drawing/2014/main" id="{BA5E2DFB-105B-AD42-FED9-FA926153EE0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276857" y="2983603"/>
            <a:ext cx="3126460" cy="1563230"/>
          </a:xfrm>
          <a:prstGeom prst="rect">
            <a:avLst/>
          </a:prstGeom>
        </p:spPr>
      </p:pic>
      <p:pic>
        <p:nvPicPr>
          <p:cNvPr id="7" name="Picture 6">
            <a:extLst>
              <a:ext uri="{FF2B5EF4-FFF2-40B4-BE49-F238E27FC236}">
                <a16:creationId xmlns:a16="http://schemas.microsoft.com/office/drawing/2014/main" id="{EFC872A8-B7B2-C2A8-3C9D-4C4BE1339B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525959" y="3765218"/>
            <a:ext cx="930322" cy="1315956"/>
          </a:xfrm>
          <a:prstGeom prst="rect">
            <a:avLst/>
          </a:prstGeom>
        </p:spPr>
      </p:pic>
    </p:spTree>
    <p:extLst>
      <p:ext uri="{BB962C8B-B14F-4D97-AF65-F5344CB8AC3E}">
        <p14:creationId xmlns:p14="http://schemas.microsoft.com/office/powerpoint/2010/main" val="33900023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583F5-8DB0-C48B-BCB2-6FFF03693F88}"/>
              </a:ext>
            </a:extLst>
          </p:cNvPr>
          <p:cNvSpPr>
            <a:spLocks noGrp="1"/>
          </p:cNvSpPr>
          <p:nvPr>
            <p:ph type="title"/>
          </p:nvPr>
        </p:nvSpPr>
        <p:spPr/>
        <p:txBody>
          <a:bodyPr/>
          <a:lstStyle/>
          <a:p>
            <a:pPr algn="ctr"/>
            <a:r>
              <a:rPr lang="en-US" dirty="0"/>
              <a:t>Terms and Conditions</a:t>
            </a:r>
          </a:p>
        </p:txBody>
      </p:sp>
    </p:spTree>
    <p:extLst>
      <p:ext uri="{BB962C8B-B14F-4D97-AF65-F5344CB8AC3E}">
        <p14:creationId xmlns:p14="http://schemas.microsoft.com/office/powerpoint/2010/main" val="20192952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FE988-61A2-B6B7-6908-ADD72A529FC1}"/>
              </a:ext>
            </a:extLst>
          </p:cNvPr>
          <p:cNvSpPr>
            <a:spLocks noGrp="1"/>
          </p:cNvSpPr>
          <p:nvPr>
            <p:ph type="title"/>
          </p:nvPr>
        </p:nvSpPr>
        <p:spPr>
          <a:xfrm>
            <a:off x="0" y="310726"/>
            <a:ext cx="8194876" cy="487928"/>
          </a:xfrm>
        </p:spPr>
        <p:txBody>
          <a:bodyPr>
            <a:normAutofit/>
          </a:bodyPr>
          <a:lstStyle/>
          <a:p>
            <a:r>
              <a:rPr lang="en-US" sz="2400" dirty="0"/>
              <a:t>Terms and Conditions</a:t>
            </a:r>
          </a:p>
        </p:txBody>
      </p:sp>
      <p:sp>
        <p:nvSpPr>
          <p:cNvPr id="3" name="Vertical Text Placeholder 2">
            <a:extLst>
              <a:ext uri="{FF2B5EF4-FFF2-40B4-BE49-F238E27FC236}">
                <a16:creationId xmlns:a16="http://schemas.microsoft.com/office/drawing/2014/main" id="{198A72C9-531D-9C51-8656-2ECBBD407732}"/>
              </a:ext>
            </a:extLst>
          </p:cNvPr>
          <p:cNvSpPr>
            <a:spLocks noGrp="1"/>
          </p:cNvSpPr>
          <p:nvPr>
            <p:ph type="body" orient="vert" idx="1"/>
          </p:nvPr>
        </p:nvSpPr>
        <p:spPr>
          <a:xfrm>
            <a:off x="66552" y="1041722"/>
            <a:ext cx="12125448" cy="5505552"/>
          </a:xfrm>
        </p:spPr>
        <p:txBody>
          <a:bodyPr>
            <a:normAutofit lnSpcReduction="10000"/>
          </a:bodyPr>
          <a:lstStyle/>
          <a:p>
            <a:pPr algn="just"/>
            <a:r>
              <a:rPr lang="en-GB" sz="1400" b="1" dirty="0">
                <a:latin typeface="Lama Sans SemiBold" panose="00000200000000000000" pitchFamily="2" charset="-78"/>
                <a:cs typeface="Lama Sans SemiBold" panose="00000200000000000000" pitchFamily="2" charset="-78"/>
              </a:rPr>
              <a:t> </a:t>
            </a:r>
            <a:r>
              <a:rPr lang="en-GB" sz="1400" dirty="0">
                <a:latin typeface="Lama Sans SemiBold" panose="00000200000000000000" pitchFamily="2" charset="-78"/>
                <a:cs typeface="Lama Sans SemiBold" panose="00000200000000000000" pitchFamily="2" charset="-78"/>
              </a:rPr>
              <a:t>DEFINITIONS:</a:t>
            </a:r>
            <a:endParaRPr lang="en-US" sz="1400" dirty="0">
              <a:latin typeface="Lama Sans SemiBold" panose="00000200000000000000" pitchFamily="2" charset="-78"/>
              <a:cs typeface="Lama Sans SemiBold" panose="00000200000000000000" pitchFamily="2" charset="-78"/>
            </a:endParaRPr>
          </a:p>
          <a:p>
            <a:pPr algn="just">
              <a:buFont typeface="Wingdings 2" pitchFamily="18" charset="2"/>
              <a:buNone/>
            </a:pPr>
            <a:r>
              <a:rPr lang="en-GB" sz="1400" dirty="0"/>
              <a:t>	References in these Terms to the “Letter” and/or “Proposal” mean the covering letter accompanying these Terms.  Unless otherwise defined, words defined in the Letter and/or “Proposal” have the same meaning in these Terms.</a:t>
            </a:r>
          </a:p>
          <a:p>
            <a:pPr algn="just">
              <a:buFont typeface="Wingdings 2" pitchFamily="18" charset="2"/>
              <a:buNone/>
            </a:pPr>
            <a:endParaRPr lang="en-US" sz="1400" dirty="0"/>
          </a:p>
          <a:p>
            <a:pPr algn="just">
              <a:buClr>
                <a:schemeClr val="tx1">
                  <a:lumMod val="50000"/>
                  <a:lumOff val="50000"/>
                </a:schemeClr>
              </a:buClr>
              <a:defRPr/>
            </a:pPr>
            <a:r>
              <a:rPr lang="en-GB" sz="1400" dirty="0">
                <a:latin typeface="Lama Sans SemiBold" panose="00000200000000000000" pitchFamily="2" charset="-78"/>
                <a:cs typeface="Lama Sans SemiBold" panose="00000200000000000000" pitchFamily="2" charset="-78"/>
              </a:rPr>
              <a:t>ROLE OF Taajeel:</a:t>
            </a:r>
            <a:endParaRPr lang="en-US" sz="1400" dirty="0">
              <a:latin typeface="Lama Sans SemiBold" panose="00000200000000000000" pitchFamily="2" charset="-78"/>
              <a:cs typeface="Lama Sans SemiBold" panose="00000200000000000000" pitchFamily="2" charset="-78"/>
            </a:endParaRPr>
          </a:p>
          <a:p>
            <a:pPr algn="just">
              <a:buFont typeface="Wingdings 2" pitchFamily="18" charset="2"/>
              <a:buNone/>
            </a:pPr>
            <a:r>
              <a:rPr lang="en-GB" sz="1400" dirty="0"/>
              <a:t>	Taajeel will carry out the services set out in the “Letter” and/or “Proposal” and will not be obliged to provide any other advice or services unless it expressly agrees to do so.  It will not be responsible for providing other specialist advice (such as on legal, regulatory, accounting, Zakat, or taxation matters), building certain infrastructure that the Client may require or set specifications (such as systems, servers, equipment, programs, etc), or services which the Client has agreed to provide or would usually provide (or which are being provided or would usually be provided by a third party), nor will it be responsible for any due diligence beyond the scope agreed in the “Letter” and/or “Proposal”.  It is the Client’s responsibility to consider all advice received from its other advisors, if any, and to ensure that such advice is adequate for the purposes of the Assignment. </a:t>
            </a:r>
            <a:r>
              <a:rPr lang="en-GB" sz="1400" dirty="0" err="1"/>
              <a:t>Taajeel’s</a:t>
            </a:r>
            <a:r>
              <a:rPr lang="en-GB" sz="1400" dirty="0"/>
              <a:t> role in connection with the Assignment must not be disclosed by the Client or announced publicly unless Taajeel agrees or is required by law or appropriate regulatory authority.  </a:t>
            </a:r>
          </a:p>
          <a:p>
            <a:pPr algn="just">
              <a:buFont typeface="Wingdings 2" pitchFamily="18" charset="2"/>
              <a:buNone/>
            </a:pPr>
            <a:endParaRPr lang="en-US" sz="1400" dirty="0"/>
          </a:p>
          <a:p>
            <a:pPr algn="just">
              <a:buClr>
                <a:schemeClr val="tx1">
                  <a:lumMod val="50000"/>
                  <a:lumOff val="50000"/>
                </a:schemeClr>
              </a:buClr>
              <a:defRPr/>
            </a:pPr>
            <a:r>
              <a:rPr lang="en-GB" sz="1400" dirty="0">
                <a:latin typeface="Lama Sans SemiBold" panose="00000200000000000000" pitchFamily="2" charset="-78"/>
                <a:cs typeface="Lama Sans SemiBold" panose="00000200000000000000" pitchFamily="2" charset="-78"/>
              </a:rPr>
              <a:t>AUTHORITY:</a:t>
            </a:r>
            <a:endParaRPr lang="en-US" sz="1400" dirty="0">
              <a:latin typeface="Lama Sans SemiBold" panose="00000200000000000000" pitchFamily="2" charset="-78"/>
              <a:cs typeface="Lama Sans SemiBold" panose="00000200000000000000" pitchFamily="2" charset="-78"/>
            </a:endParaRPr>
          </a:p>
          <a:p>
            <a:pPr algn="just">
              <a:buNone/>
            </a:pPr>
            <a:r>
              <a:rPr lang="en-GB" sz="1400" dirty="0"/>
              <a:t>	The Client agrees that its instructions in relation to the Assignment will be properly authorised if they are given (whether verbally or in writing) by any of the persons referred to in the Letter and/or “Proposal”.  The Client undertakes to ensure that it and the parties connected with it retain all the authorisations and comply with all laws and regulatory requirements relevant to the Assignment and/or the Project.  </a:t>
            </a:r>
            <a:endParaRPr lang="en-US" sz="1400" dirty="0"/>
          </a:p>
          <a:p>
            <a:pPr algn="just">
              <a:buNone/>
            </a:pPr>
            <a:r>
              <a:rPr lang="en-GB" sz="1400" dirty="0"/>
              <a:t>	Taajeel is authorised by the Client to carry out such steps as it considers necessary to complete the Assignment including acting through agents and using the services of separate legal or other professional advisers of its choice.  Any of the services to be performed by Taajeel may, at </a:t>
            </a:r>
            <a:r>
              <a:rPr lang="en-GB" sz="1400" dirty="0" err="1"/>
              <a:t>Taajeel’s</a:t>
            </a:r>
            <a:r>
              <a:rPr lang="en-GB" sz="1400" dirty="0"/>
              <a:t> discretion to be performed by any of </a:t>
            </a:r>
            <a:r>
              <a:rPr lang="en-GB" sz="1400" dirty="0" err="1"/>
              <a:t>Taajeel’s</a:t>
            </a:r>
            <a:r>
              <a:rPr lang="en-GB" sz="1400" dirty="0"/>
              <a:t> subsidiaries and/or any of their respective officers, employees, representatives, or agents (together the “Taajeel Group” and each a “member of the Taajeel Group”).</a:t>
            </a:r>
            <a:endParaRPr lang="en-US" sz="1400" dirty="0"/>
          </a:p>
          <a:p>
            <a:pPr marL="0" indent="0">
              <a:buNone/>
            </a:pPr>
            <a:endParaRPr lang="en-US" sz="1400" dirty="0"/>
          </a:p>
        </p:txBody>
      </p:sp>
      <p:sp>
        <p:nvSpPr>
          <p:cNvPr id="4" name="Slide Number Placeholder 3">
            <a:extLst>
              <a:ext uri="{FF2B5EF4-FFF2-40B4-BE49-F238E27FC236}">
                <a16:creationId xmlns:a16="http://schemas.microsoft.com/office/drawing/2014/main" id="{B7F411BD-EE0F-CA70-E2C4-2190DCD1FC91}"/>
              </a:ext>
            </a:extLst>
          </p:cNvPr>
          <p:cNvSpPr>
            <a:spLocks noGrp="1"/>
          </p:cNvSpPr>
          <p:nvPr>
            <p:ph type="sldNum" sz="quarter" idx="11"/>
          </p:nvPr>
        </p:nvSpPr>
        <p:spPr/>
        <p:txBody>
          <a:bodyPr/>
          <a:lstStyle/>
          <a:p>
            <a:fld id="{A29190EB-7945-4811-B3CB-0217A9F45703}" type="slidenum">
              <a:rPr lang="en-US" smtClean="0"/>
              <a:pPr/>
              <a:t>29</a:t>
            </a:fld>
            <a:endParaRPr lang="en-US" dirty="0"/>
          </a:p>
        </p:txBody>
      </p:sp>
    </p:spTree>
    <p:extLst>
      <p:ext uri="{BB962C8B-B14F-4D97-AF65-F5344CB8AC3E}">
        <p14:creationId xmlns:p14="http://schemas.microsoft.com/office/powerpoint/2010/main" val="37787442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9073A-758C-1D55-9E1F-5A13A56A95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0F693-1694-2DA5-A069-E4B8AF3702C8}"/>
              </a:ext>
            </a:extLst>
          </p:cNvPr>
          <p:cNvSpPr>
            <a:spLocks noGrp="1"/>
          </p:cNvSpPr>
          <p:nvPr>
            <p:ph type="title"/>
          </p:nvPr>
        </p:nvSpPr>
        <p:spPr>
          <a:xfrm>
            <a:off x="0" y="310726"/>
            <a:ext cx="8194876" cy="487928"/>
          </a:xfrm>
        </p:spPr>
        <p:txBody>
          <a:bodyPr>
            <a:normAutofit/>
          </a:bodyPr>
          <a:lstStyle/>
          <a:p>
            <a:r>
              <a:rPr lang="en-US" sz="2400" dirty="0"/>
              <a:t>Terms and Conditions</a:t>
            </a:r>
          </a:p>
        </p:txBody>
      </p:sp>
      <p:sp>
        <p:nvSpPr>
          <p:cNvPr id="3" name="Vertical Text Placeholder 2">
            <a:extLst>
              <a:ext uri="{FF2B5EF4-FFF2-40B4-BE49-F238E27FC236}">
                <a16:creationId xmlns:a16="http://schemas.microsoft.com/office/drawing/2014/main" id="{CE677B12-16DA-7CB5-B346-DF1CD3426A8B}"/>
              </a:ext>
            </a:extLst>
          </p:cNvPr>
          <p:cNvSpPr>
            <a:spLocks noGrp="1"/>
          </p:cNvSpPr>
          <p:nvPr>
            <p:ph type="body" orient="vert" idx="1"/>
          </p:nvPr>
        </p:nvSpPr>
        <p:spPr>
          <a:xfrm>
            <a:off x="66552" y="1041722"/>
            <a:ext cx="12125448" cy="5505552"/>
          </a:xfrm>
        </p:spPr>
        <p:txBody>
          <a:bodyPr>
            <a:normAutofit/>
          </a:bodyPr>
          <a:lstStyle/>
          <a:p>
            <a:pPr algn="just"/>
            <a:r>
              <a:rPr lang="en-GB" sz="1400" b="1" dirty="0">
                <a:latin typeface="Lama Sans SemiBold" panose="00000200000000000000" pitchFamily="2" charset="-78"/>
                <a:cs typeface="Lama Sans SemiBold" panose="00000200000000000000" pitchFamily="2" charset="-78"/>
              </a:rPr>
              <a:t> </a:t>
            </a:r>
            <a:r>
              <a:rPr lang="en-US" sz="1400" dirty="0">
                <a:latin typeface="Lama Sans SemiBold" panose="00000200000000000000" pitchFamily="2" charset="-78"/>
                <a:cs typeface="Lama Sans SemiBold" panose="00000200000000000000" pitchFamily="2" charset="-78"/>
              </a:rPr>
              <a:t>INFORMATION:</a:t>
            </a:r>
          </a:p>
          <a:p>
            <a:pPr marL="0" indent="0" algn="just">
              <a:buNone/>
            </a:pPr>
            <a:r>
              <a:rPr lang="en-US" sz="1400" dirty="0"/>
              <a:t>To enable it to carry out the Assignment, Taajeel may require certain information from the Client which may relate either to the business, assets, operation, or financial condition of the Client.  Taajeel will rely on the Client to provide such information in a timely manner and to check that any such information supplied is true, fair, complete and accurate and not misleading in any material respect.  If the Client discovers that any information so supplied or published which is material in the context of the Assignment is not true, fair, complete ,and accurate or is misleading in any material respect,  the Client will notify Taajeel immediately.</a:t>
            </a:r>
          </a:p>
          <a:p>
            <a:pPr marL="0" indent="0" algn="just">
              <a:buNone/>
            </a:pPr>
            <a:endParaRPr lang="en-US" sz="1400" dirty="0"/>
          </a:p>
          <a:p>
            <a:pPr algn="just"/>
            <a:r>
              <a:rPr lang="en-US" sz="1400" dirty="0">
                <a:latin typeface="Lama Sans SemiBold" panose="00000200000000000000" pitchFamily="2" charset="-78"/>
                <a:cs typeface="Lama Sans SemiBold" panose="00000200000000000000" pitchFamily="2" charset="-78"/>
              </a:rPr>
              <a:t>CONFIDENTIALITY:</a:t>
            </a:r>
          </a:p>
          <a:p>
            <a:pPr marL="0" indent="0" algn="just">
              <a:buNone/>
            </a:pPr>
            <a:r>
              <a:rPr lang="en-US" sz="1400" dirty="0">
                <a:solidFill>
                  <a:srgbClr val="0F3353"/>
                </a:solidFill>
                <a:cs typeface="Lama Sans SemiBold" panose="00000200000000000000" pitchFamily="2" charset="-78"/>
              </a:rPr>
              <a:t>Taajeel shall not disclose to any person (other than to members of the Taajeel Group or, with the Client’s consent, Taajeel’s holding company (the Taajeel Group and Taajeel’s holding company together the “Group”) or its or the holding company’s professional advisers) any Confidential Information provided to Taajeel pursuant to the Assignment except in the performance of its duties and obligations hereunder or as required by law or any appropriate regulatory authority.  For these purposes, “Confidential Information” means any information or data concerning the Client which has been provided to Taajeel by the Client that would appear to a reasonable person to be confidential or proprietary (or that the Client has indicated is confidential or proprietary) and which is not in the public domain (otherwise than as a result of a breach of these Terms by Taajeel) or was already in the possession of Taajeel.  </a:t>
            </a:r>
          </a:p>
          <a:p>
            <a:pPr marL="0" indent="0" algn="just">
              <a:buNone/>
            </a:pPr>
            <a:r>
              <a:rPr lang="en-US" sz="1400" dirty="0">
                <a:solidFill>
                  <a:srgbClr val="0F3353"/>
                </a:solidFill>
                <a:cs typeface="Lama Sans SemiBold" panose="00000200000000000000" pitchFamily="2" charset="-78"/>
              </a:rPr>
              <a:t>Any advice or documentation provided by Taajeel is, unless otherwise agreed by Taajeel, solely for the benefit of the Client and may not be used or relied on by any third party without Taajeel’s prior written consent.  The Client agrees that it will keep confidential and will not disclose to any person (other than to its other professional advisers) advice or documentation which it receives from Taajeel except as required by law or any appropriate regulatory authority.  </a:t>
            </a:r>
          </a:p>
          <a:p>
            <a:pPr marL="0" indent="0" algn="just">
              <a:buNone/>
            </a:pPr>
            <a:r>
              <a:rPr lang="en-US" sz="1400" dirty="0">
                <a:solidFill>
                  <a:srgbClr val="0F3353"/>
                </a:solidFill>
                <a:cs typeface="Lama Sans SemiBold" panose="00000200000000000000" pitchFamily="2" charset="-78"/>
              </a:rPr>
              <a:t>Intellectual property rights in all advice and documentation prepared by Taajeel in relation to the Assignment shall vest in Taajeel absolutely, but the Client shall have a </a:t>
            </a:r>
            <a:r>
              <a:rPr lang="en-US" sz="1400" dirty="0" err="1">
                <a:solidFill>
                  <a:srgbClr val="0F3353"/>
                </a:solidFill>
                <a:cs typeface="Lama Sans SemiBold" panose="00000200000000000000" pitchFamily="2" charset="-78"/>
              </a:rPr>
              <a:t>licence</a:t>
            </a:r>
            <a:r>
              <a:rPr lang="en-US" sz="1400" dirty="0">
                <a:solidFill>
                  <a:srgbClr val="0F3353"/>
                </a:solidFill>
                <a:cs typeface="Lama Sans SemiBold" panose="00000200000000000000" pitchFamily="2" charset="-78"/>
              </a:rPr>
              <a:t> to copy the documentation in its entire form for the purpose of the Assignment.</a:t>
            </a:r>
          </a:p>
          <a:p>
            <a:pPr algn="just"/>
            <a:endParaRPr lang="en-US" sz="1400" dirty="0">
              <a:latin typeface="Lama Sans SemiBold" panose="00000200000000000000" pitchFamily="2" charset="-78"/>
              <a:cs typeface="Lama Sans SemiBold" panose="00000200000000000000" pitchFamily="2" charset="-78"/>
            </a:endParaRPr>
          </a:p>
          <a:p>
            <a:pPr marL="0" indent="0">
              <a:buNone/>
            </a:pPr>
            <a:endParaRPr lang="en-US" sz="1400" dirty="0"/>
          </a:p>
        </p:txBody>
      </p:sp>
      <p:sp>
        <p:nvSpPr>
          <p:cNvPr id="4" name="Slide Number Placeholder 3">
            <a:extLst>
              <a:ext uri="{FF2B5EF4-FFF2-40B4-BE49-F238E27FC236}">
                <a16:creationId xmlns:a16="http://schemas.microsoft.com/office/drawing/2014/main" id="{ECDAFFB0-A6CD-9E94-B5C6-4501E54D827D}"/>
              </a:ext>
            </a:extLst>
          </p:cNvPr>
          <p:cNvSpPr>
            <a:spLocks noGrp="1"/>
          </p:cNvSpPr>
          <p:nvPr>
            <p:ph type="sldNum" sz="quarter" idx="11"/>
          </p:nvPr>
        </p:nvSpPr>
        <p:spPr/>
        <p:txBody>
          <a:bodyPr/>
          <a:lstStyle/>
          <a:p>
            <a:fld id="{A29190EB-7945-4811-B3CB-0217A9F45703}" type="slidenum">
              <a:rPr lang="en-US" smtClean="0"/>
              <a:pPr/>
              <a:t>30</a:t>
            </a:fld>
            <a:endParaRPr lang="en-US" dirty="0"/>
          </a:p>
        </p:txBody>
      </p:sp>
    </p:spTree>
    <p:extLst>
      <p:ext uri="{BB962C8B-B14F-4D97-AF65-F5344CB8AC3E}">
        <p14:creationId xmlns:p14="http://schemas.microsoft.com/office/powerpoint/2010/main" val="12909779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EE066-A1F0-F3E7-B5DD-1C137F313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483F3F-FB9E-6A02-2CFC-EDF78179D640}"/>
              </a:ext>
            </a:extLst>
          </p:cNvPr>
          <p:cNvSpPr>
            <a:spLocks noGrp="1"/>
          </p:cNvSpPr>
          <p:nvPr>
            <p:ph type="title"/>
          </p:nvPr>
        </p:nvSpPr>
        <p:spPr>
          <a:xfrm>
            <a:off x="0" y="310726"/>
            <a:ext cx="8194876" cy="487928"/>
          </a:xfrm>
        </p:spPr>
        <p:txBody>
          <a:bodyPr>
            <a:normAutofit/>
          </a:bodyPr>
          <a:lstStyle/>
          <a:p>
            <a:r>
              <a:rPr lang="en-US" sz="2400" dirty="0"/>
              <a:t>Terms and Conditions</a:t>
            </a:r>
          </a:p>
        </p:txBody>
      </p:sp>
      <p:sp>
        <p:nvSpPr>
          <p:cNvPr id="3" name="Vertical Text Placeholder 2">
            <a:extLst>
              <a:ext uri="{FF2B5EF4-FFF2-40B4-BE49-F238E27FC236}">
                <a16:creationId xmlns:a16="http://schemas.microsoft.com/office/drawing/2014/main" id="{D53B47C9-BA97-4339-3A94-D29CCC3BF63A}"/>
              </a:ext>
            </a:extLst>
          </p:cNvPr>
          <p:cNvSpPr>
            <a:spLocks noGrp="1"/>
          </p:cNvSpPr>
          <p:nvPr>
            <p:ph type="body" orient="vert" idx="1"/>
          </p:nvPr>
        </p:nvSpPr>
        <p:spPr>
          <a:xfrm>
            <a:off x="66552" y="1041722"/>
            <a:ext cx="12125448" cy="5505552"/>
          </a:xfrm>
        </p:spPr>
        <p:txBody>
          <a:bodyPr>
            <a:noAutofit/>
          </a:bodyPr>
          <a:lstStyle/>
          <a:p>
            <a:pPr>
              <a:spcBef>
                <a:spcPts val="1000"/>
              </a:spcBef>
              <a:buClr>
                <a:schemeClr val="tx1">
                  <a:lumMod val="50000"/>
                  <a:lumOff val="50000"/>
                </a:schemeClr>
              </a:buClr>
              <a:defRPr/>
            </a:pPr>
            <a:r>
              <a:rPr lang="en-GB" sz="1400" dirty="0">
                <a:solidFill>
                  <a:srgbClr val="0F3353"/>
                </a:solidFill>
                <a:latin typeface="Lama Sans SemiBold" panose="00000200000000000000" pitchFamily="2" charset="-78"/>
                <a:cs typeface="Lama Sans SemiBold" panose="00000200000000000000" pitchFamily="2" charset="-78"/>
              </a:rPr>
              <a:t>Taajeel LIABILITY:</a:t>
            </a:r>
            <a:endParaRPr lang="en-US" sz="1400" dirty="0">
              <a:solidFill>
                <a:srgbClr val="0F3353"/>
              </a:solidFill>
              <a:latin typeface="Lama Sans SemiBold" panose="00000200000000000000" pitchFamily="2" charset="-78"/>
              <a:cs typeface="Lama Sans SemiBold" panose="00000200000000000000" pitchFamily="2" charset="-78"/>
            </a:endParaRPr>
          </a:p>
          <a:p>
            <a:pPr algn="just">
              <a:buNone/>
            </a:pPr>
            <a:r>
              <a:rPr lang="en-GB" sz="1400" dirty="0">
                <a:solidFill>
                  <a:srgbClr val="0F3353"/>
                </a:solidFill>
              </a:rPr>
              <a:t>	The Client agrees that, and for all circumstances, </a:t>
            </a:r>
            <a:r>
              <a:rPr lang="en-GB" sz="1400" dirty="0" err="1">
                <a:solidFill>
                  <a:srgbClr val="0F3353"/>
                </a:solidFill>
              </a:rPr>
              <a:t>Taajeel’s</a:t>
            </a:r>
            <a:r>
              <a:rPr lang="en-GB" sz="1400" dirty="0">
                <a:solidFill>
                  <a:srgbClr val="0F3353"/>
                </a:solidFill>
              </a:rPr>
              <a:t> unforeseeable liability will not exceed total actual fees paid subject matter of the Letter and/or Proposal given that this Assignment is in effect, thus, after completion of the Project and turning in the deliverables indicated in the Letter and/or Proposal, the Client has no recourse on Taajeel for any fees paid relevant to the Assignment.  Furthermore, Taajeel is entitled to renegotiate with the Client the circumstances for proper corrective actions otherwise actual costs incurred by Taajeel and Group will be subtracted from the actual fees received by Taajeel.  </a:t>
            </a:r>
          </a:p>
          <a:p>
            <a:pPr>
              <a:spcBef>
                <a:spcPts val="1000"/>
              </a:spcBef>
              <a:buClr>
                <a:schemeClr val="tx1">
                  <a:lumMod val="50000"/>
                  <a:lumOff val="50000"/>
                </a:schemeClr>
              </a:buClr>
              <a:defRPr/>
            </a:pPr>
            <a:r>
              <a:rPr lang="en-GB" sz="1400" dirty="0">
                <a:solidFill>
                  <a:srgbClr val="0F3353"/>
                </a:solidFill>
                <a:latin typeface="Lama Sans SemiBold" panose="00000200000000000000" pitchFamily="2" charset="-78"/>
                <a:cs typeface="Lama Sans SemiBold" panose="00000200000000000000" pitchFamily="2" charset="-78"/>
              </a:rPr>
              <a:t>ADVERTISEMENTS:</a:t>
            </a:r>
            <a:endParaRPr lang="en-US" sz="1400" dirty="0">
              <a:solidFill>
                <a:srgbClr val="0F3353"/>
              </a:solidFill>
              <a:latin typeface="Lama Sans SemiBold" panose="00000200000000000000" pitchFamily="2" charset="-78"/>
              <a:cs typeface="Lama Sans SemiBold" panose="00000200000000000000" pitchFamily="2" charset="-78"/>
            </a:endParaRPr>
          </a:p>
          <a:p>
            <a:pPr algn="just">
              <a:buNone/>
            </a:pPr>
            <a:r>
              <a:rPr lang="en-GB" sz="1400" dirty="0">
                <a:solidFill>
                  <a:srgbClr val="0F3353"/>
                </a:solidFill>
              </a:rPr>
              <a:t>	Any advertisements relating to the Assignment must be agreed between the Client and Taajeel. The Client will ensure that all announcements or documents published, or statements made or issued by it or on its behalf, or previously specifically approved or authorised by it or by Taajeel, in connection with the Assignment or relevant to it will only be made, issued or published after consultation with Taajeel or, where Taajeel is asked to approve such announcement, document, or statement for the purposes of publicity, with the prior agreement of Taajeel.  The Client will ensure that all such announcements, documents, and statements will be true and accurate in all material respects and not misleading or defamatory and, where appropriate, will contain all information and expressions of opinion necessary for legal or regulatory purposes and that all opinions expressed will be honestly held and made after due and careful consideration.</a:t>
            </a:r>
          </a:p>
          <a:p>
            <a:pPr>
              <a:spcBef>
                <a:spcPts val="1000"/>
              </a:spcBef>
              <a:buClr>
                <a:schemeClr val="tx1">
                  <a:lumMod val="50000"/>
                  <a:lumOff val="50000"/>
                </a:schemeClr>
              </a:buClr>
              <a:defRPr/>
            </a:pPr>
            <a:r>
              <a:rPr lang="en-GB" sz="1400" dirty="0">
                <a:solidFill>
                  <a:srgbClr val="0F3353"/>
                </a:solidFill>
                <a:latin typeface="Lama Sans SemiBold" panose="00000200000000000000" pitchFamily="2" charset="-78"/>
                <a:cs typeface="Lama Sans SemiBold" panose="00000200000000000000" pitchFamily="2" charset="-78"/>
              </a:rPr>
              <a:t>TERMINATION:</a:t>
            </a:r>
            <a:endParaRPr lang="en-US" sz="1400" dirty="0">
              <a:solidFill>
                <a:srgbClr val="0F3353"/>
              </a:solidFill>
              <a:latin typeface="Lama Sans SemiBold" panose="00000200000000000000" pitchFamily="2" charset="-78"/>
              <a:cs typeface="Lama Sans SemiBold" panose="00000200000000000000" pitchFamily="2" charset="-78"/>
            </a:endParaRPr>
          </a:p>
          <a:p>
            <a:pPr algn="just">
              <a:buNone/>
            </a:pPr>
            <a:r>
              <a:rPr lang="en-GB" sz="1400" dirty="0">
                <a:solidFill>
                  <a:srgbClr val="0F3353"/>
                </a:solidFill>
              </a:rPr>
              <a:t>	The Agreement Duration is what is specified in the timeframe section or one year starting from the date of signing on this Proposal.  The Agreement will be automatically renewed for similar period (or periods) unless an official termination letter is furnished by one party to the other 90 days before the end of the Agreement Duration.  Taajeel has the right to claim additional fees for additional takes requested by the Client.</a:t>
            </a:r>
          </a:p>
          <a:p>
            <a:pPr algn="just">
              <a:buNone/>
            </a:pPr>
            <a:r>
              <a:rPr lang="en-GB" sz="1400" dirty="0">
                <a:solidFill>
                  <a:srgbClr val="0F3353"/>
                </a:solidFill>
              </a:rPr>
              <a:t>      Taajeel may terminate the Assignment at any time by notice in writing if the Client commits a material breach of its obligations under these Terms or the Letter which it fails to remedy within 14 days of being requested to do so or such breach is incapable of remedy.</a:t>
            </a:r>
          </a:p>
          <a:p>
            <a:pPr algn="just">
              <a:buNone/>
            </a:pPr>
            <a:r>
              <a:rPr lang="en-GB" sz="1400" dirty="0">
                <a:solidFill>
                  <a:srgbClr val="0F3353"/>
                </a:solidFill>
              </a:rPr>
              <a:t>      Any conflicts emerging from this Proposal/Engagement Letter, and for any reason will be resolved via Arbitration.  Such Arbitration will take place in GCC Commercial Arbitration Centre (</a:t>
            </a:r>
            <a:r>
              <a:rPr lang="en-GB" sz="1400" dirty="0">
                <a:solidFill>
                  <a:srgbClr val="0F3353"/>
                </a:solidFill>
                <a:hlinkClick r:id="rId2">
                  <a:extLst>
                    <a:ext uri="{A12FA001-AC4F-418D-AE19-62706E023703}">
                      <ahyp:hlinkClr xmlns:ahyp="http://schemas.microsoft.com/office/drawing/2018/hyperlinkcolor" val="tx"/>
                    </a:ext>
                  </a:extLst>
                </a:hlinkClick>
              </a:rPr>
              <a:t>www.gcccac.org</a:t>
            </a:r>
            <a:r>
              <a:rPr lang="en-GB" sz="1400" dirty="0">
                <a:solidFill>
                  <a:srgbClr val="0F3353"/>
                </a:solidFill>
              </a:rPr>
              <a:t>).  </a:t>
            </a:r>
            <a:endParaRPr lang="en-US" sz="1400" dirty="0">
              <a:solidFill>
                <a:srgbClr val="0F3353"/>
              </a:solidFill>
              <a:cs typeface="Lama Sans SemiBold" panose="00000200000000000000" pitchFamily="2" charset="-78"/>
            </a:endParaRPr>
          </a:p>
          <a:p>
            <a:pPr marL="0" indent="0">
              <a:buNone/>
            </a:pPr>
            <a:endParaRPr lang="en-US" sz="1400" dirty="0">
              <a:solidFill>
                <a:srgbClr val="0F3353"/>
              </a:solidFill>
            </a:endParaRPr>
          </a:p>
        </p:txBody>
      </p:sp>
      <p:sp>
        <p:nvSpPr>
          <p:cNvPr id="4" name="Slide Number Placeholder 3">
            <a:extLst>
              <a:ext uri="{FF2B5EF4-FFF2-40B4-BE49-F238E27FC236}">
                <a16:creationId xmlns:a16="http://schemas.microsoft.com/office/drawing/2014/main" id="{FF9CCCBA-FEF6-D506-299F-14282E362D98}"/>
              </a:ext>
            </a:extLst>
          </p:cNvPr>
          <p:cNvSpPr>
            <a:spLocks noGrp="1"/>
          </p:cNvSpPr>
          <p:nvPr>
            <p:ph type="sldNum" sz="quarter" idx="11"/>
          </p:nvPr>
        </p:nvSpPr>
        <p:spPr/>
        <p:txBody>
          <a:bodyPr/>
          <a:lstStyle/>
          <a:p>
            <a:fld id="{A29190EB-7945-4811-B3CB-0217A9F45703}" type="slidenum">
              <a:rPr lang="en-US" smtClean="0"/>
              <a:pPr/>
              <a:t>31</a:t>
            </a:fld>
            <a:endParaRPr lang="en-US" dirty="0"/>
          </a:p>
        </p:txBody>
      </p:sp>
    </p:spTree>
    <p:extLst>
      <p:ext uri="{BB962C8B-B14F-4D97-AF65-F5344CB8AC3E}">
        <p14:creationId xmlns:p14="http://schemas.microsoft.com/office/powerpoint/2010/main" val="5839197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DBAA1-5883-49DD-4294-F972C10A80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E2108F-30FF-880A-6DBA-501C26734980}"/>
              </a:ext>
            </a:extLst>
          </p:cNvPr>
          <p:cNvSpPr>
            <a:spLocks noGrp="1"/>
          </p:cNvSpPr>
          <p:nvPr>
            <p:ph type="title"/>
          </p:nvPr>
        </p:nvSpPr>
        <p:spPr>
          <a:xfrm>
            <a:off x="0" y="310726"/>
            <a:ext cx="8194876" cy="487928"/>
          </a:xfrm>
        </p:spPr>
        <p:txBody>
          <a:bodyPr>
            <a:normAutofit/>
          </a:bodyPr>
          <a:lstStyle/>
          <a:p>
            <a:r>
              <a:rPr lang="en-US" sz="2400" dirty="0"/>
              <a:t>Terms and Conditions</a:t>
            </a:r>
          </a:p>
        </p:txBody>
      </p:sp>
      <p:sp>
        <p:nvSpPr>
          <p:cNvPr id="3" name="Vertical Text Placeholder 2">
            <a:extLst>
              <a:ext uri="{FF2B5EF4-FFF2-40B4-BE49-F238E27FC236}">
                <a16:creationId xmlns:a16="http://schemas.microsoft.com/office/drawing/2014/main" id="{BC380F2E-C59D-C167-8F3E-E547A6EB461E}"/>
              </a:ext>
            </a:extLst>
          </p:cNvPr>
          <p:cNvSpPr>
            <a:spLocks noGrp="1"/>
          </p:cNvSpPr>
          <p:nvPr>
            <p:ph type="body" orient="vert" idx="1"/>
          </p:nvPr>
        </p:nvSpPr>
        <p:spPr>
          <a:xfrm>
            <a:off x="66552" y="1041722"/>
            <a:ext cx="12125448" cy="5505552"/>
          </a:xfrm>
        </p:spPr>
        <p:txBody>
          <a:bodyPr>
            <a:normAutofit/>
          </a:bodyPr>
          <a:lstStyle/>
          <a:p>
            <a:pPr>
              <a:spcBef>
                <a:spcPts val="1000"/>
              </a:spcBef>
              <a:buClr>
                <a:schemeClr val="tx1">
                  <a:lumMod val="50000"/>
                  <a:lumOff val="50000"/>
                </a:schemeClr>
              </a:buClr>
              <a:defRPr/>
            </a:pPr>
            <a:r>
              <a:rPr lang="en-US" sz="1400" dirty="0">
                <a:solidFill>
                  <a:srgbClr val="0F3353"/>
                </a:solidFill>
                <a:latin typeface="Lama Sans SemiBold" panose="00000200000000000000" pitchFamily="2" charset="-78"/>
                <a:cs typeface="Lama Sans SemiBold" panose="00000200000000000000" pitchFamily="2" charset="-78"/>
              </a:rPr>
              <a:t>NOTICES</a:t>
            </a:r>
          </a:p>
          <a:p>
            <a:pPr marL="0" indent="0" algn="just">
              <a:spcBef>
                <a:spcPts val="1000"/>
              </a:spcBef>
              <a:buClr>
                <a:schemeClr val="tx1">
                  <a:lumMod val="50000"/>
                  <a:lumOff val="50000"/>
                </a:schemeClr>
              </a:buClr>
              <a:buNone/>
              <a:defRPr/>
            </a:pPr>
            <a:r>
              <a:rPr lang="en-US" sz="1400" dirty="0">
                <a:solidFill>
                  <a:srgbClr val="0F3353"/>
                </a:solidFill>
              </a:rPr>
              <a:t>Any notice or other document which may be given or served by either the Client or Taajeel pursuant to the Letter and/or Proposal or these Terms shall be deemed to have been duly given or served on the other party if left at or sent by first class post, electronic mail, or by fax to its registered office or to the address (or fax number) of the other party set out in the Letter and/or Proposal or to such other address (or fax number) as may have been notified by one party to the other.  In the case of posting, any such notice shall be deemed to have been received 96 hours after posting.  In the case of fax transmission, any such notice shall be deemed to have been received by the addressee immediately upon receipt by the sender of such machine record as indicates that the entire fax was sent to the relevant number. </a:t>
            </a:r>
          </a:p>
          <a:p>
            <a:pPr marL="0" indent="0">
              <a:buNone/>
            </a:pPr>
            <a:endParaRPr lang="en-US" sz="1400" dirty="0">
              <a:solidFill>
                <a:srgbClr val="0F3353"/>
              </a:solidFill>
            </a:endParaRPr>
          </a:p>
        </p:txBody>
      </p:sp>
      <p:sp>
        <p:nvSpPr>
          <p:cNvPr id="4" name="Slide Number Placeholder 3">
            <a:extLst>
              <a:ext uri="{FF2B5EF4-FFF2-40B4-BE49-F238E27FC236}">
                <a16:creationId xmlns:a16="http://schemas.microsoft.com/office/drawing/2014/main" id="{58EBC79C-878E-3542-D4F7-766FA3ADC0EF}"/>
              </a:ext>
            </a:extLst>
          </p:cNvPr>
          <p:cNvSpPr>
            <a:spLocks noGrp="1"/>
          </p:cNvSpPr>
          <p:nvPr>
            <p:ph type="sldNum" sz="quarter" idx="11"/>
          </p:nvPr>
        </p:nvSpPr>
        <p:spPr/>
        <p:txBody>
          <a:bodyPr/>
          <a:lstStyle/>
          <a:p>
            <a:fld id="{A29190EB-7945-4811-B3CB-0217A9F45703}" type="slidenum">
              <a:rPr lang="en-US" smtClean="0"/>
              <a:pPr/>
              <a:t>32</a:t>
            </a:fld>
            <a:endParaRPr lang="en-US" dirty="0"/>
          </a:p>
        </p:txBody>
      </p:sp>
    </p:spTree>
    <p:extLst>
      <p:ext uri="{BB962C8B-B14F-4D97-AF65-F5344CB8AC3E}">
        <p14:creationId xmlns:p14="http://schemas.microsoft.com/office/powerpoint/2010/main" val="2288883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25AFF94-2FE0-26FB-7A87-7D4E04DBD5EC}"/>
              </a:ext>
            </a:extLst>
          </p:cNvPr>
          <p:cNvSpPr>
            <a:spLocks noGrp="1"/>
          </p:cNvSpPr>
          <p:nvPr>
            <p:ph type="ftr" sz="quarter" idx="3"/>
          </p:nvPr>
        </p:nvSpPr>
        <p:spPr>
          <a:xfrm>
            <a:off x="8153400" y="6597570"/>
            <a:ext cx="4114800" cy="240703"/>
          </a:xfrm>
        </p:spPr>
        <p:txBody>
          <a:bodyPr/>
          <a:lstStyle/>
          <a:p>
            <a:r>
              <a:rPr lang="en-US" sz="800" dirty="0">
                <a:solidFill>
                  <a:srgbClr val="F1E8D9"/>
                </a:solidFill>
              </a:rPr>
              <a:t>©Taajeel Proposal 2026</a:t>
            </a:r>
          </a:p>
        </p:txBody>
      </p:sp>
      <p:pic>
        <p:nvPicPr>
          <p:cNvPr id="3" name="Picture 2">
            <a:extLst>
              <a:ext uri="{FF2B5EF4-FFF2-40B4-BE49-F238E27FC236}">
                <a16:creationId xmlns:a16="http://schemas.microsoft.com/office/drawing/2014/main" id="{D5348573-E219-3561-4C95-93A754181E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36158" y="119269"/>
            <a:ext cx="930322" cy="1315956"/>
          </a:xfrm>
          <a:prstGeom prst="rect">
            <a:avLst/>
          </a:prstGeom>
        </p:spPr>
      </p:pic>
    </p:spTree>
    <p:extLst>
      <p:ext uri="{BB962C8B-B14F-4D97-AF65-F5344CB8AC3E}">
        <p14:creationId xmlns:p14="http://schemas.microsoft.com/office/powerpoint/2010/main" val="3570707062"/>
      </p:ext>
    </p:extLst>
  </p:cSld>
  <p:clrMapOvr>
    <a:masterClrMapping/>
  </p:clrMapOvr>
</p:sld>
</file>

<file path=ppt/theme/theme1.xml><?xml version="1.0" encoding="utf-8"?>
<a:theme xmlns:a="http://schemas.openxmlformats.org/drawingml/2006/main" name="Office Theme">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Custom 7">
      <a:majorFont>
        <a:latin typeface="Lama Sans ExtraBold"/>
        <a:ea typeface=""/>
        <a:cs typeface="Lama Sans ExtraBold"/>
      </a:majorFont>
      <a:minorFont>
        <a:latin typeface="Lama Sans"/>
        <a:ea typeface=""/>
        <a:cs typeface="Lama Sans"/>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430FD293-18BE-4BA4-9C41-A6012AF2B9C2}">
  <we:reference id="wa200005566" version="3.0.0.2" store="en-US" storeType="OMEX"/>
  <we:alternateReferences>
    <we:reference id="wa200005566" version="3.0.0.2"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3367</TotalTime>
  <Words>4021</Words>
  <Application>Microsoft Office PowerPoint</Application>
  <PresentationFormat>Widescreen</PresentationFormat>
  <Paragraphs>469</Paragraphs>
  <Slides>33</Slides>
  <Notes>3</Notes>
  <HiddenSlides>0</HiddenSlides>
  <MMClips>0</MMClips>
  <ScaleCrop>false</ScaleCrop>
  <HeadingPairs>
    <vt:vector size="6" baseType="variant">
      <vt:variant>
        <vt:lpstr>Fonts Used</vt:lpstr>
      </vt:variant>
      <vt:variant>
        <vt:i4>18</vt:i4>
      </vt:variant>
      <vt:variant>
        <vt:lpstr>Theme</vt:lpstr>
      </vt:variant>
      <vt:variant>
        <vt:i4>1</vt:i4>
      </vt:variant>
      <vt:variant>
        <vt:lpstr>Slide Titles</vt:lpstr>
      </vt:variant>
      <vt:variant>
        <vt:i4>33</vt:i4>
      </vt:variant>
    </vt:vector>
  </HeadingPairs>
  <TitlesOfParts>
    <vt:vector size="52" baseType="lpstr">
      <vt:lpstr>Andalus</vt:lpstr>
      <vt:lpstr>DIN NEXT™ ARABIC LIGHT</vt:lpstr>
      <vt:lpstr>Lama Sans </vt:lpstr>
      <vt:lpstr>Lama Sans (Body)</vt:lpstr>
      <vt:lpstr>_Nemad</vt:lpstr>
      <vt:lpstr>Aldhabi</vt:lpstr>
      <vt:lpstr>Aptos</vt:lpstr>
      <vt:lpstr>Arial</vt:lpstr>
      <vt:lpstr>Calibri</vt:lpstr>
      <vt:lpstr>DIN Next LT Arabic</vt:lpstr>
      <vt:lpstr>Free 3 of 9 Extended</vt:lpstr>
      <vt:lpstr>JF Flat</vt:lpstr>
      <vt:lpstr>Lama Sans</vt:lpstr>
      <vt:lpstr>Lama Sans ExtraBold</vt:lpstr>
      <vt:lpstr>Lama Sans SemiBold</vt:lpstr>
      <vt:lpstr>Tahoma</vt:lpstr>
      <vt:lpstr>Wingdings</vt:lpstr>
      <vt:lpstr>Wingdings 2</vt:lpstr>
      <vt:lpstr>Office Theme</vt:lpstr>
      <vt:lpstr>Taajeel Proposal Template</vt:lpstr>
      <vt:lpstr>PowerPoint Presentation</vt:lpstr>
      <vt:lpstr>PowerPoint Presentation</vt:lpstr>
      <vt:lpstr>Introduction</vt:lpstr>
      <vt:lpstr>PowerPoint Presentation</vt:lpstr>
      <vt:lpstr>About Taajeel</vt:lpstr>
      <vt:lpstr>PowerPoint Presentation</vt:lpstr>
      <vt:lpstr>About Taajeel:</vt:lpstr>
      <vt:lpstr>About Taajeel:</vt:lpstr>
      <vt:lpstr>About the Client</vt:lpstr>
      <vt:lpstr>PowerPoint Presentation</vt:lpstr>
      <vt:lpstr>About the Client:</vt:lpstr>
      <vt:lpstr>Scope of work</vt:lpstr>
      <vt:lpstr>Scope of work | Setup the Company:</vt:lpstr>
      <vt:lpstr>Scope of work | Issue the resident visa the main General Manager:</vt:lpstr>
      <vt:lpstr>Time Frame</vt:lpstr>
      <vt:lpstr>Time Frame:</vt:lpstr>
      <vt:lpstr>Time Frame:</vt:lpstr>
      <vt:lpstr>Scope of work                                (Additional and Optional)</vt:lpstr>
      <vt:lpstr>Scope of work | Additional and Optional:</vt:lpstr>
      <vt:lpstr>Scope of work | Additional and Optional:</vt:lpstr>
      <vt:lpstr>Scope of work | Additional and Optional:</vt:lpstr>
      <vt:lpstr>The Fees</vt:lpstr>
      <vt:lpstr>The Fees | Taajeel Fees:</vt:lpstr>
      <vt:lpstr>The Government fees:</vt:lpstr>
      <vt:lpstr>Signoff</vt:lpstr>
      <vt:lpstr>Signoff:</vt:lpstr>
      <vt:lpstr>Terms and Conditions</vt:lpstr>
      <vt:lpstr>Terms and Conditions</vt:lpstr>
      <vt:lpstr>Terms and Conditions</vt:lpstr>
      <vt:lpstr>Terms and Conditions</vt:lpstr>
      <vt:lpstr>Terms and Conditions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Taajeel</dc:creator>
  <cp:lastModifiedBy>Taajeel</cp:lastModifiedBy>
  <cp:revision>1</cp:revision>
  <dcterms:created xsi:type="dcterms:W3CDTF">2024-10-29T14:33:36Z</dcterms:created>
  <dcterms:modified xsi:type="dcterms:W3CDTF">2026-07-14T10:48:21Z</dcterms:modified>
</cp:coreProperties>
</file>